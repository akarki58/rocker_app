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_rels/slideMaster2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</p:sldMasterIdLst>
  <p:sldIdLst>
    <p:sldId id="256" r:id="rId50"/>
    <p:sldId id="257" r:id="rId51"/>
    <p:sldId id="258" r:id="rId52"/>
    <p:sldId id="259" r:id="rId53"/>
    <p:sldId id="260" r:id="rId54"/>
    <p:sldId id="261" r:id="rId55"/>
    <p:sldId id="262" r:id="rId56"/>
    <p:sldId id="263" r:id="rId57"/>
    <p:sldId id="264" r:id="rId58"/>
    <p:sldId id="265" r:id="rId59"/>
    <p:sldId id="266" r:id="rId60"/>
    <p:sldId id="267" r:id="rId61"/>
    <p:sldId id="268" r:id="rId62"/>
    <p:sldId id="269" r:id="rId63"/>
    <p:sldId id="270" r:id="rId64"/>
    <p:sldId id="271" r:id="rId6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3.xml"/><Relationship Id="rId63" Type="http://schemas.openxmlformats.org/officeDocument/2006/relationships/slide" Target="slides/slide14.xml"/><Relationship Id="rId64" Type="http://schemas.openxmlformats.org/officeDocument/2006/relationships/slide" Target="slides/slide15.xml"/><Relationship Id="rId65" Type="http://schemas.openxmlformats.org/officeDocument/2006/relationships/slide" Target="slides/slide16.xml"/><Relationship Id="rId66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FD5FA8-EE9B-41E8-8F98-39D258FD3C5C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C57DCAA-5F98-41BD-B6B7-73EF545BC5F3}">
      <dgm:prSet/>
      <dgm:spPr/>
      <dgm:t>
        <a:bodyPr/>
        <a:lstStyle/>
        <a:p>
          <a:r>
            <a:rPr lang="en-US" dirty="0"/>
            <a:t>Add path</a:t>
          </a:r>
        </a:p>
      </dgm:t>
    </dgm:pt>
    <dgm:pt modelId="{B027EB3C-FA04-479C-8516-24879C281495}" type="parTrans" cxnId="{AD8A024E-B72D-450A-BCB3-9F3EC604668D}">
      <dgm:prSet/>
      <dgm:spPr/>
      <dgm:t>
        <a:bodyPr/>
        <a:lstStyle/>
        <a:p>
          <a:endParaRPr lang="en-US"/>
        </a:p>
      </dgm:t>
    </dgm:pt>
    <dgm:pt modelId="{C6C6D8F4-743A-417A-A041-C7621105215E}" type="sibTrans" cxnId="{AD8A024E-B72D-450A-BCB3-9F3EC604668D}">
      <dgm:prSet/>
      <dgm:spPr/>
      <dgm:t>
        <a:bodyPr/>
        <a:lstStyle/>
        <a:p>
          <a:endParaRPr lang="en-US"/>
        </a:p>
      </dgm:t>
    </dgm:pt>
    <dgm:pt modelId="{F9CA3EC8-40B8-465E-8269-76F5722D64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python to path</a:t>
          </a:r>
        </a:p>
      </dgm:t>
    </dgm:pt>
    <dgm:pt modelId="{53C3E731-1279-42C6-8828-722CB38F8CC5}" type="parTrans" cxnId="{28324856-D634-44BD-A7E7-F4E87CBAEDCE}">
      <dgm:prSet/>
      <dgm:spPr/>
      <dgm:t>
        <a:bodyPr/>
        <a:lstStyle/>
        <a:p>
          <a:endParaRPr lang="en-US"/>
        </a:p>
      </dgm:t>
    </dgm:pt>
    <dgm:pt modelId="{176982D2-458A-49FC-9B2D-6C13EB78EE8B}" type="sibTrans" cxnId="{28324856-D634-44BD-A7E7-F4E87CBAEDCE}">
      <dgm:prSet/>
      <dgm:spPr/>
      <dgm:t>
        <a:bodyPr/>
        <a:lstStyle/>
        <a:p>
          <a:endParaRPr lang="en-US"/>
        </a:p>
      </dgm:t>
    </dgm:pt>
    <dgm:pt modelId="{D13588C7-4683-4E9F-A46F-CB4397D35E07}">
      <dgm:prSet/>
      <dgm:spPr/>
      <dgm:t>
        <a:bodyPr/>
        <a:lstStyle/>
        <a:p>
          <a:r>
            <a:rPr lang="en-US" dirty="0"/>
            <a:t>Change to</a:t>
          </a:r>
        </a:p>
      </dgm:t>
    </dgm:pt>
    <dgm:pt modelId="{2623F8BE-3381-4EF7-ADF5-26937DAF500B}" type="parTrans" cxnId="{94A3F60F-C294-458E-A46A-BEB9B28BB993}">
      <dgm:prSet/>
      <dgm:spPr/>
      <dgm:t>
        <a:bodyPr/>
        <a:lstStyle/>
        <a:p>
          <a:endParaRPr lang="en-US"/>
        </a:p>
      </dgm:t>
    </dgm:pt>
    <dgm:pt modelId="{D6A3411B-F96F-4907-91AF-F68690FF344D}" type="sibTrans" cxnId="{94A3F60F-C294-458E-A46A-BEB9B28BB993}">
      <dgm:prSet/>
      <dgm:spPr/>
      <dgm:t>
        <a:bodyPr/>
        <a:lstStyle/>
        <a:p>
          <a:endParaRPr lang="en-US"/>
        </a:p>
      </dgm:t>
    </dgm:pt>
    <dgm:pt modelId="{351645C1-18AD-4531-991A-73355889E4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 to Python/Scripts folder</a:t>
          </a:r>
        </a:p>
      </dgm:t>
    </dgm:pt>
    <dgm:pt modelId="{16D64EB5-0E2A-4576-A3BD-4FCB675D77DA}" type="parTrans" cxnId="{DCFC32E4-BEE4-456E-9C87-F93DF5D2ABAF}">
      <dgm:prSet/>
      <dgm:spPr/>
      <dgm:t>
        <a:bodyPr/>
        <a:lstStyle/>
        <a:p>
          <a:endParaRPr lang="en-US"/>
        </a:p>
      </dgm:t>
    </dgm:pt>
    <dgm:pt modelId="{DD0390D5-536A-4BEB-89FC-574FD3D82331}" type="sibTrans" cxnId="{DCFC32E4-BEE4-456E-9C87-F93DF5D2ABAF}">
      <dgm:prSet/>
      <dgm:spPr/>
      <dgm:t>
        <a:bodyPr/>
        <a:lstStyle/>
        <a:p>
          <a:endParaRPr lang="en-US"/>
        </a:p>
      </dgm:t>
    </dgm:pt>
    <dgm:pt modelId="{3493D0B0-B740-4B9A-B752-D2528DF37A29}">
      <dgm:prSet/>
      <dgm:spPr/>
      <dgm:t>
        <a:bodyPr/>
        <a:lstStyle/>
        <a:p>
          <a:r>
            <a:rPr lang="en-US"/>
            <a:t>C:\Program Files (x86)\Odoo 12.0\python\Scripts&gt;</a:t>
          </a:r>
        </a:p>
      </dgm:t>
    </dgm:pt>
    <dgm:pt modelId="{63069137-1257-4D39-9448-7265AD950068}" type="parTrans" cxnId="{FEEA787B-C431-4D92-BBC4-0050F7C50FC3}">
      <dgm:prSet/>
      <dgm:spPr/>
      <dgm:t>
        <a:bodyPr/>
        <a:lstStyle/>
        <a:p>
          <a:endParaRPr lang="en-US"/>
        </a:p>
      </dgm:t>
    </dgm:pt>
    <dgm:pt modelId="{1A552E84-7151-4754-B2CD-77C9FCF64D40}" type="sibTrans" cxnId="{FEEA787B-C431-4D92-BBC4-0050F7C50FC3}">
      <dgm:prSet/>
      <dgm:spPr/>
      <dgm:t>
        <a:bodyPr/>
        <a:lstStyle/>
        <a:p>
          <a:endParaRPr lang="en-US"/>
        </a:p>
      </dgm:t>
    </dgm:pt>
    <dgm:pt modelId="{B913A286-BA7B-4440-A1C6-57FE0BE25C0B}">
      <dgm:prSet/>
      <dgm:spPr/>
      <dgm:t>
        <a:bodyPr/>
        <a:lstStyle/>
        <a:p>
          <a:r>
            <a:rPr lang="en-US" dirty="0"/>
            <a:t>Execute pip</a:t>
          </a:r>
        </a:p>
      </dgm:t>
    </dgm:pt>
    <dgm:pt modelId="{DCF0D257-AE6E-4EC4-98D1-B18682D6D677}" type="parTrans" cxnId="{65E7EEE1-FC94-406A-8BBC-896789AC83AF}">
      <dgm:prSet/>
      <dgm:spPr/>
      <dgm:t>
        <a:bodyPr/>
        <a:lstStyle/>
        <a:p>
          <a:endParaRPr lang="en-US"/>
        </a:p>
      </dgm:t>
    </dgm:pt>
    <dgm:pt modelId="{A32CB003-F2EA-4A05-8E89-05DA34D9E4F1}" type="sibTrans" cxnId="{65E7EEE1-FC94-406A-8BBC-896789AC83AF}">
      <dgm:prSet/>
      <dgm:spPr/>
      <dgm:t>
        <a:bodyPr/>
        <a:lstStyle/>
        <a:p>
          <a:endParaRPr lang="en-US"/>
        </a:p>
      </dgm:t>
    </dgm:pt>
    <dgm:pt modelId="{2C48555C-E879-48A4-9188-794CE9A1B6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Execute pip install pywin32</a:t>
          </a:r>
        </a:p>
      </dgm:t>
    </dgm:pt>
    <dgm:pt modelId="{8215B166-00E3-45F7-A2A5-240213A2AEFE}" type="parTrans" cxnId="{C77262EB-0751-460C-A770-943DADCB0FFA}">
      <dgm:prSet/>
      <dgm:spPr/>
      <dgm:t>
        <a:bodyPr/>
        <a:lstStyle/>
        <a:p>
          <a:endParaRPr lang="en-US"/>
        </a:p>
      </dgm:t>
    </dgm:pt>
    <dgm:pt modelId="{2284A6A2-DA77-4441-81D8-70E5C31A48D0}" type="sibTrans" cxnId="{C77262EB-0751-460C-A770-943DADCB0FFA}">
      <dgm:prSet/>
      <dgm:spPr/>
      <dgm:t>
        <a:bodyPr/>
        <a:lstStyle/>
        <a:p>
          <a:endParaRPr lang="en-US"/>
        </a:p>
      </dgm:t>
    </dgm:pt>
    <dgm:pt modelId="{CEED7582-42C1-48CE-A40B-CF1CE3D3C122}">
      <dgm:prSet/>
      <dgm:spPr/>
      <dgm:t>
        <a:bodyPr/>
        <a:lstStyle/>
        <a:p>
          <a:r>
            <a:rPr lang="en-US" dirty="0"/>
            <a:t>C:\Program Files (x86)\Odoo 12.0\python\Scripts&gt;pip install pywin32</a:t>
          </a:r>
        </a:p>
      </dgm:t>
    </dgm:pt>
    <dgm:pt modelId="{6471E316-BF33-4A69-A2AC-3A638FA5CBBA}" type="parTrans" cxnId="{3081320C-D8DF-4D42-B26E-1BABF82E1BB1}">
      <dgm:prSet/>
      <dgm:spPr/>
      <dgm:t>
        <a:bodyPr/>
        <a:lstStyle/>
        <a:p>
          <a:endParaRPr lang="en-US"/>
        </a:p>
      </dgm:t>
    </dgm:pt>
    <dgm:pt modelId="{5484DBB2-A91B-4FAD-B82B-AF693BCF4B35}" type="sibTrans" cxnId="{3081320C-D8DF-4D42-B26E-1BABF82E1BB1}">
      <dgm:prSet/>
      <dgm:spPr/>
      <dgm:t>
        <a:bodyPr/>
        <a:lstStyle/>
        <a:p>
          <a:endParaRPr lang="en-US"/>
        </a:p>
      </dgm:t>
    </dgm:pt>
    <dgm:pt modelId="{473B6AC5-9426-4BC4-87E7-6AFB2AB91185}" type="pres">
      <dgm:prSet presAssocID="{B0FD5FA8-EE9B-41E8-8F98-39D258FD3C5C}" presName="Name0" presStyleCnt="0">
        <dgm:presLayoutVars>
          <dgm:dir/>
          <dgm:animLvl val="lvl"/>
          <dgm:resizeHandles val="exact"/>
        </dgm:presLayoutVars>
      </dgm:prSet>
      <dgm:spPr/>
    </dgm:pt>
    <dgm:pt modelId="{F719D041-7EB7-41B1-9054-16C695605A12}" type="pres">
      <dgm:prSet presAssocID="{EC57DCAA-5F98-41BD-B6B7-73EF545BC5F3}" presName="linNode" presStyleCnt="0"/>
      <dgm:spPr/>
    </dgm:pt>
    <dgm:pt modelId="{F4246488-FF59-4744-9D4B-B1E8893293EC}" type="pres">
      <dgm:prSet presAssocID="{EC57DCAA-5F98-41BD-B6B7-73EF545BC5F3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C2E53C93-3051-4281-B919-53D546CE79DA}" type="pres">
      <dgm:prSet presAssocID="{EC57DCAA-5F98-41BD-B6B7-73EF545BC5F3}" presName="descendantText" presStyleLbl="alignAccFollowNode1" presStyleIdx="0" presStyleCnt="3" custLinFactNeighborX="985" custLinFactNeighborY="-14183">
        <dgm:presLayoutVars>
          <dgm:bulletEnabled/>
        </dgm:presLayoutVars>
      </dgm:prSet>
      <dgm:spPr/>
    </dgm:pt>
    <dgm:pt modelId="{A14E53CE-FFC1-4F64-B6EF-8D1251B64745}" type="pres">
      <dgm:prSet presAssocID="{C6C6D8F4-743A-417A-A041-C7621105215E}" presName="sp" presStyleCnt="0"/>
      <dgm:spPr/>
    </dgm:pt>
    <dgm:pt modelId="{E5CACEA4-BC7B-44CA-93D9-B2C9A3469A7E}" type="pres">
      <dgm:prSet presAssocID="{D13588C7-4683-4E9F-A46F-CB4397D35E07}" presName="linNode" presStyleCnt="0"/>
      <dgm:spPr/>
    </dgm:pt>
    <dgm:pt modelId="{0AACF26B-3BAC-4726-9A28-3391A64C44FF}" type="pres">
      <dgm:prSet presAssocID="{D13588C7-4683-4E9F-A46F-CB4397D35E07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5405321B-01CA-483F-BE60-D7D30BC3DA08}" type="pres">
      <dgm:prSet presAssocID="{D13588C7-4683-4E9F-A46F-CB4397D35E07}" presName="descendantText" presStyleLbl="alignAccFollowNode1" presStyleIdx="1" presStyleCnt="3">
        <dgm:presLayoutVars>
          <dgm:bulletEnabled/>
        </dgm:presLayoutVars>
      </dgm:prSet>
      <dgm:spPr/>
    </dgm:pt>
    <dgm:pt modelId="{E1F0A22C-88A6-45ED-9A8C-92A52D27EB55}" type="pres">
      <dgm:prSet presAssocID="{D6A3411B-F96F-4907-91AF-F68690FF344D}" presName="sp" presStyleCnt="0"/>
      <dgm:spPr/>
    </dgm:pt>
    <dgm:pt modelId="{712F0021-9192-4145-9A69-4501DF57CA8C}" type="pres">
      <dgm:prSet presAssocID="{B913A286-BA7B-4440-A1C6-57FE0BE25C0B}" presName="linNode" presStyleCnt="0"/>
      <dgm:spPr/>
    </dgm:pt>
    <dgm:pt modelId="{0EF897BA-6DB9-4C88-BE1C-EA2B88304D4B}" type="pres">
      <dgm:prSet presAssocID="{B913A286-BA7B-4440-A1C6-57FE0BE25C0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E63451B7-B3B5-48FD-8D13-494E4A61961D}" type="pres">
      <dgm:prSet presAssocID="{B913A286-BA7B-4440-A1C6-57FE0BE25C0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9AACF803-B21A-46F5-BE70-EC5178A006B6}" type="presOf" srcId="{D13588C7-4683-4E9F-A46F-CB4397D35E07}" destId="{0AACF26B-3BAC-4726-9A28-3391A64C44FF}" srcOrd="0" destOrd="0" presId="urn:microsoft.com/office/officeart/2016/7/layout/VerticalSolidActionList"/>
    <dgm:cxn modelId="{3081320C-D8DF-4D42-B26E-1BABF82E1BB1}" srcId="{2C48555C-E879-48A4-9188-794CE9A1B61E}" destId="{CEED7582-42C1-48CE-A40B-CF1CE3D3C122}" srcOrd="0" destOrd="0" parTransId="{6471E316-BF33-4A69-A2AC-3A638FA5CBBA}" sibTransId="{5484DBB2-A91B-4FAD-B82B-AF693BCF4B35}"/>
    <dgm:cxn modelId="{94A3F60F-C294-458E-A46A-BEB9B28BB993}" srcId="{B0FD5FA8-EE9B-41E8-8F98-39D258FD3C5C}" destId="{D13588C7-4683-4E9F-A46F-CB4397D35E07}" srcOrd="1" destOrd="0" parTransId="{2623F8BE-3381-4EF7-ADF5-26937DAF500B}" sibTransId="{D6A3411B-F96F-4907-91AF-F68690FF344D}"/>
    <dgm:cxn modelId="{3CBA1737-19B9-402B-9D88-169C88BEAB71}" type="presOf" srcId="{B913A286-BA7B-4440-A1C6-57FE0BE25C0B}" destId="{0EF897BA-6DB9-4C88-BE1C-EA2B88304D4B}" srcOrd="0" destOrd="0" presId="urn:microsoft.com/office/officeart/2016/7/layout/VerticalSolidActionList"/>
    <dgm:cxn modelId="{E2E5553C-B062-4680-993A-3AF4F0EB81EA}" type="presOf" srcId="{F9CA3EC8-40B8-465E-8269-76F5722D64BB}" destId="{C2E53C93-3051-4281-B919-53D546CE79DA}" srcOrd="0" destOrd="0" presId="urn:microsoft.com/office/officeart/2016/7/layout/VerticalSolidActionList"/>
    <dgm:cxn modelId="{A3D0EB62-67F4-4ED0-B702-50E18580C72A}" type="presOf" srcId="{2C48555C-E879-48A4-9188-794CE9A1B61E}" destId="{E63451B7-B3B5-48FD-8D13-494E4A61961D}" srcOrd="0" destOrd="0" presId="urn:microsoft.com/office/officeart/2016/7/layout/VerticalSolidActionList"/>
    <dgm:cxn modelId="{AEA29A47-C9EA-4781-B2F5-437B121E9C15}" type="presOf" srcId="{B0FD5FA8-EE9B-41E8-8F98-39D258FD3C5C}" destId="{473B6AC5-9426-4BC4-87E7-6AFB2AB91185}" srcOrd="0" destOrd="0" presId="urn:microsoft.com/office/officeart/2016/7/layout/VerticalSolidActionList"/>
    <dgm:cxn modelId="{DFF0C56B-9E5D-4620-8DBF-E92C2093BB43}" type="presOf" srcId="{351645C1-18AD-4531-991A-73355889E461}" destId="{5405321B-01CA-483F-BE60-D7D30BC3DA08}" srcOrd="0" destOrd="0" presId="urn:microsoft.com/office/officeart/2016/7/layout/VerticalSolidActionList"/>
    <dgm:cxn modelId="{AD8A024E-B72D-450A-BCB3-9F3EC604668D}" srcId="{B0FD5FA8-EE9B-41E8-8F98-39D258FD3C5C}" destId="{EC57DCAA-5F98-41BD-B6B7-73EF545BC5F3}" srcOrd="0" destOrd="0" parTransId="{B027EB3C-FA04-479C-8516-24879C281495}" sibTransId="{C6C6D8F4-743A-417A-A041-C7621105215E}"/>
    <dgm:cxn modelId="{28324856-D634-44BD-A7E7-F4E87CBAEDCE}" srcId="{EC57DCAA-5F98-41BD-B6B7-73EF545BC5F3}" destId="{F9CA3EC8-40B8-465E-8269-76F5722D64BB}" srcOrd="0" destOrd="0" parTransId="{53C3E731-1279-42C6-8828-722CB38F8CC5}" sibTransId="{176982D2-458A-49FC-9B2D-6C13EB78EE8B}"/>
    <dgm:cxn modelId="{FEEA787B-C431-4D92-BBC4-0050F7C50FC3}" srcId="{351645C1-18AD-4531-991A-73355889E461}" destId="{3493D0B0-B740-4B9A-B752-D2528DF37A29}" srcOrd="0" destOrd="0" parTransId="{63069137-1257-4D39-9448-7265AD950068}" sibTransId="{1A552E84-7151-4754-B2CD-77C9FCF64D40}"/>
    <dgm:cxn modelId="{28DB2382-61A9-4269-A0E8-F06965D694BA}" type="presOf" srcId="{EC57DCAA-5F98-41BD-B6B7-73EF545BC5F3}" destId="{F4246488-FF59-4744-9D4B-B1E8893293EC}" srcOrd="0" destOrd="0" presId="urn:microsoft.com/office/officeart/2016/7/layout/VerticalSolidActionList"/>
    <dgm:cxn modelId="{65E7EEE1-FC94-406A-8BBC-896789AC83AF}" srcId="{B0FD5FA8-EE9B-41E8-8F98-39D258FD3C5C}" destId="{B913A286-BA7B-4440-A1C6-57FE0BE25C0B}" srcOrd="2" destOrd="0" parTransId="{DCF0D257-AE6E-4EC4-98D1-B18682D6D677}" sibTransId="{A32CB003-F2EA-4A05-8E89-05DA34D9E4F1}"/>
    <dgm:cxn modelId="{DCFC32E4-BEE4-456E-9C87-F93DF5D2ABAF}" srcId="{D13588C7-4683-4E9F-A46F-CB4397D35E07}" destId="{351645C1-18AD-4531-991A-73355889E461}" srcOrd="0" destOrd="0" parTransId="{16D64EB5-0E2A-4576-A3BD-4FCB675D77DA}" sibTransId="{DD0390D5-536A-4BEB-89FC-574FD3D82331}"/>
    <dgm:cxn modelId="{C77262EB-0751-460C-A770-943DADCB0FFA}" srcId="{B913A286-BA7B-4440-A1C6-57FE0BE25C0B}" destId="{2C48555C-E879-48A4-9188-794CE9A1B61E}" srcOrd="0" destOrd="0" parTransId="{8215B166-00E3-45F7-A2A5-240213A2AEFE}" sibTransId="{2284A6A2-DA77-4441-81D8-70E5C31A48D0}"/>
    <dgm:cxn modelId="{1D8381F5-2E0F-41B2-B8BC-E3A9615BBFB1}" type="presOf" srcId="{3493D0B0-B740-4B9A-B752-D2528DF37A29}" destId="{5405321B-01CA-483F-BE60-D7D30BC3DA08}" srcOrd="0" destOrd="1" presId="urn:microsoft.com/office/officeart/2016/7/layout/VerticalSolidActionList"/>
    <dgm:cxn modelId="{2F0FCFFF-5308-4A94-B61F-7A8B7BF5089B}" type="presOf" srcId="{CEED7582-42C1-48CE-A40B-CF1CE3D3C122}" destId="{E63451B7-B3B5-48FD-8D13-494E4A61961D}" srcOrd="0" destOrd="1" presId="urn:microsoft.com/office/officeart/2016/7/layout/VerticalSolidActionList"/>
    <dgm:cxn modelId="{00163469-AC2E-47DF-AE41-5293A7879C81}" type="presParOf" srcId="{473B6AC5-9426-4BC4-87E7-6AFB2AB91185}" destId="{F719D041-7EB7-41B1-9054-16C695605A12}" srcOrd="0" destOrd="0" presId="urn:microsoft.com/office/officeart/2016/7/layout/VerticalSolidActionList"/>
    <dgm:cxn modelId="{6338532B-8E54-4664-8AB6-EF14B2324CDC}" type="presParOf" srcId="{F719D041-7EB7-41B1-9054-16C695605A12}" destId="{F4246488-FF59-4744-9D4B-B1E8893293EC}" srcOrd="0" destOrd="0" presId="urn:microsoft.com/office/officeart/2016/7/layout/VerticalSolidActionList"/>
    <dgm:cxn modelId="{76E5A1E7-E7E9-4211-B430-D5A2112FEB42}" type="presParOf" srcId="{F719D041-7EB7-41B1-9054-16C695605A12}" destId="{C2E53C93-3051-4281-B919-53D546CE79DA}" srcOrd="1" destOrd="0" presId="urn:microsoft.com/office/officeart/2016/7/layout/VerticalSolidActionList"/>
    <dgm:cxn modelId="{4C0BB763-DA49-4A9F-ACDC-810EB21685CB}" type="presParOf" srcId="{473B6AC5-9426-4BC4-87E7-6AFB2AB91185}" destId="{A14E53CE-FFC1-4F64-B6EF-8D1251B64745}" srcOrd="1" destOrd="0" presId="urn:microsoft.com/office/officeart/2016/7/layout/VerticalSolidActionList"/>
    <dgm:cxn modelId="{4390F570-32D6-4878-B0F6-6F0885BE37D6}" type="presParOf" srcId="{473B6AC5-9426-4BC4-87E7-6AFB2AB91185}" destId="{E5CACEA4-BC7B-44CA-93D9-B2C9A3469A7E}" srcOrd="2" destOrd="0" presId="urn:microsoft.com/office/officeart/2016/7/layout/VerticalSolidActionList"/>
    <dgm:cxn modelId="{FE0478BD-BD22-4E44-99AE-D5B5B9D57DD0}" type="presParOf" srcId="{E5CACEA4-BC7B-44CA-93D9-B2C9A3469A7E}" destId="{0AACF26B-3BAC-4726-9A28-3391A64C44FF}" srcOrd="0" destOrd="0" presId="urn:microsoft.com/office/officeart/2016/7/layout/VerticalSolidActionList"/>
    <dgm:cxn modelId="{A32EAC0B-7A11-4D0B-AE82-EB2FD4CC0A3B}" type="presParOf" srcId="{E5CACEA4-BC7B-44CA-93D9-B2C9A3469A7E}" destId="{5405321B-01CA-483F-BE60-D7D30BC3DA08}" srcOrd="1" destOrd="0" presId="urn:microsoft.com/office/officeart/2016/7/layout/VerticalSolidActionList"/>
    <dgm:cxn modelId="{00CED334-6B71-4C04-A6BD-A3ADDFC02C1F}" type="presParOf" srcId="{473B6AC5-9426-4BC4-87E7-6AFB2AB91185}" destId="{E1F0A22C-88A6-45ED-9A8C-92A52D27EB55}" srcOrd="3" destOrd="0" presId="urn:microsoft.com/office/officeart/2016/7/layout/VerticalSolidActionList"/>
    <dgm:cxn modelId="{F5194E35-D64E-4142-BF60-00CD174D0FF1}" type="presParOf" srcId="{473B6AC5-9426-4BC4-87E7-6AFB2AB91185}" destId="{712F0021-9192-4145-9A69-4501DF57CA8C}" srcOrd="4" destOrd="0" presId="urn:microsoft.com/office/officeart/2016/7/layout/VerticalSolidActionList"/>
    <dgm:cxn modelId="{C7B5F55E-6372-4A07-B62C-9F6429F438FF}" type="presParOf" srcId="{712F0021-9192-4145-9A69-4501DF57CA8C}" destId="{0EF897BA-6DB9-4C88-BE1C-EA2B88304D4B}" srcOrd="0" destOrd="0" presId="urn:microsoft.com/office/officeart/2016/7/layout/VerticalSolidActionList"/>
    <dgm:cxn modelId="{A4506A60-CC63-4EC7-8116-70852A660D71}" type="presParOf" srcId="{712F0021-9192-4145-9A69-4501DF57CA8C}" destId="{E63451B7-B3B5-48FD-8D13-494E4A61961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53C93-3051-4281-B919-53D546CE79DA}">
      <dsp:nvSpPr>
        <dsp:cNvPr id="0" name=""/>
        <dsp:cNvSpPr/>
      </dsp:nvSpPr>
      <dsp:spPr>
        <a:xfrm>
          <a:off x="1948463" y="0"/>
          <a:ext cx="7793855" cy="99189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22" tIns="251941" rIns="151222" bIns="25194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python to path</a:t>
          </a:r>
        </a:p>
      </dsp:txBody>
      <dsp:txXfrm>
        <a:off x="1948463" y="0"/>
        <a:ext cx="7793855" cy="991891"/>
      </dsp:txXfrm>
    </dsp:sp>
    <dsp:sp modelId="{F4246488-FF59-4744-9D4B-B1E8893293EC}">
      <dsp:nvSpPr>
        <dsp:cNvPr id="0" name=""/>
        <dsp:cNvSpPr/>
      </dsp:nvSpPr>
      <dsp:spPr>
        <a:xfrm>
          <a:off x="0" y="967"/>
          <a:ext cx="1948463" cy="99189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06" tIns="97977" rIns="103106" bIns="9797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Add path</a:t>
          </a:r>
        </a:p>
      </dsp:txBody>
      <dsp:txXfrm>
        <a:off x="0" y="967"/>
        <a:ext cx="1948463" cy="991891"/>
      </dsp:txXfrm>
    </dsp:sp>
    <dsp:sp modelId="{5405321B-01CA-483F-BE60-D7D30BC3DA08}">
      <dsp:nvSpPr>
        <dsp:cNvPr id="0" name=""/>
        <dsp:cNvSpPr/>
      </dsp:nvSpPr>
      <dsp:spPr>
        <a:xfrm>
          <a:off x="1948463" y="1052373"/>
          <a:ext cx="7793855" cy="99189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22" tIns="251941" rIns="151222" bIns="251941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Change to Python/Scripts folder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C:\Program Files (x86)\Odoo 12.0\python\Scripts&gt;</a:t>
          </a:r>
        </a:p>
      </dsp:txBody>
      <dsp:txXfrm>
        <a:off x="1948463" y="1052373"/>
        <a:ext cx="7793855" cy="991891"/>
      </dsp:txXfrm>
    </dsp:sp>
    <dsp:sp modelId="{0AACF26B-3BAC-4726-9A28-3391A64C44FF}">
      <dsp:nvSpPr>
        <dsp:cNvPr id="0" name=""/>
        <dsp:cNvSpPr/>
      </dsp:nvSpPr>
      <dsp:spPr>
        <a:xfrm>
          <a:off x="0" y="1052373"/>
          <a:ext cx="1948463" cy="99189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06" tIns="97977" rIns="103106" bIns="9797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Change to</a:t>
          </a:r>
        </a:p>
      </dsp:txBody>
      <dsp:txXfrm>
        <a:off x="0" y="1052373"/>
        <a:ext cx="1948463" cy="991891"/>
      </dsp:txXfrm>
    </dsp:sp>
    <dsp:sp modelId="{E63451B7-B3B5-48FD-8D13-494E4A61961D}">
      <dsp:nvSpPr>
        <dsp:cNvPr id="0" name=""/>
        <dsp:cNvSpPr/>
      </dsp:nvSpPr>
      <dsp:spPr>
        <a:xfrm>
          <a:off x="1948463" y="2103778"/>
          <a:ext cx="7793855" cy="99189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222" tIns="251941" rIns="151222" bIns="251941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Execute pip install pywin32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C:\Program Files (x86)\Odoo 12.0\python\Scripts&gt;pip install pywin32</a:t>
          </a:r>
        </a:p>
      </dsp:txBody>
      <dsp:txXfrm>
        <a:off x="1948463" y="2103778"/>
        <a:ext cx="7793855" cy="991891"/>
      </dsp:txXfrm>
    </dsp:sp>
    <dsp:sp modelId="{0EF897BA-6DB9-4C88-BE1C-EA2B88304D4B}">
      <dsp:nvSpPr>
        <dsp:cNvPr id="0" name=""/>
        <dsp:cNvSpPr/>
      </dsp:nvSpPr>
      <dsp:spPr>
        <a:xfrm>
          <a:off x="0" y="2103778"/>
          <a:ext cx="1948463" cy="99189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06" tIns="97977" rIns="103106" bIns="9797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Execute pip</a:t>
          </a:r>
        </a:p>
      </dsp:txBody>
      <dsp:txXfrm>
        <a:off x="0" y="2103778"/>
        <a:ext cx="1948463" cy="991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8384C6-73D8-4BCA-B7E6-9BF69145E8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80312B-2AC8-46D4-9C75-1F2E8136B0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2AE161B-6BEB-494C-916A-D4A0B5124F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9691D26-AC51-4185-962A-59EE74BE07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B511E64-00D2-497D-85C7-87F07071AB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5E562D1-D331-481F-92A4-A114BFF517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DDEB54C-73BB-4AC0-952D-2BD5722B95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77B008C-1F6F-4529-BEAC-5A4803AE66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CE0415E-5BB8-4F84-AB15-A83BD8F7A5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EF5C32E-ACDD-499E-96F5-F3F3D47712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DB26BB7-50F9-4C84-8A3C-8633974B96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6DC5D1C-135D-4298-B32A-2495074931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1B09E74-9D8A-460A-A6E4-96837447ED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D6749C9-9215-4AC2-9DE0-1C418C2B74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B7D62BE-ECAC-46EE-B47E-23FEF267CA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FFD5A21-DD34-42C3-A66E-A3848EFAE6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437F5CC-2983-401F-BB02-907AB809DE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6EF86ADD-3E76-4083-B15E-AAC9EA1BA3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5129F6F7-9B48-457C-A80B-F84CA707E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ABD0BDB3-FD44-48A7-B0CC-556DAF175B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9165979E-67F9-49B1-8573-E4C4762A82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AA114F8-88A0-4D18-B26B-0B21F1C86A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C79C5B3-0B21-487C-88D8-20F32D3531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A1CB8CC5-D789-46AC-B0DF-0FF0A0ABBC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92667FA0-EFF9-4F15-AC9D-AF21E960F5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8F57F792-D75D-4B45-B126-C03490926D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B1C745CC-10F4-4B37-8FFD-3BE3C1C9F6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AFBCE56E-0799-44A0-8E55-2F0C67BD80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1479E601-0C0B-4CE2-A01B-061DF22A45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EA47B21F-0AB4-4497-AA06-8599512ECC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E28105CB-13F0-4BF2-A833-AB388E6B9B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B302C8AF-3107-460A-A069-A3CE8F6F0E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CFD840F8-8CE1-424A-9C22-BA59C08FF7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4BD13CD-B451-4F6D-B623-8D7517A4EE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C939A70F-B57D-4200-ABF1-94AD4D5C94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335E49C4-FA75-42B7-AE27-6D1A669069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30D98AE8-A324-471A-B372-50E0A01068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59371D08-0DB0-4D45-9604-3E1A33440B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E475EA1B-9813-4F1D-B46E-A408813736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159C0E9E-83F8-4063-9C28-5A157C0FAD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C40DDA3D-55AB-4709-BD08-7952CF1E33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BD335DF3-38CD-435B-A880-69D09BD0D7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4F8E3B55-7220-433C-BCA3-1CE6044A30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0BF0AD5D-BB70-4DED-BA35-5171DAE2DA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B5002D4E-4BFC-431A-8FC4-6CB029A0A5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06ED5459-0AAE-4D54-9C9D-8F50D64F71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61F45E8E-D91E-4529-BAC2-822E78F298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F25B807F-085C-4037-8DDF-BFCC933D7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4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2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415C2B-0E7D-4C8A-B620-309FEF75834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dt" idx="3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4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5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4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5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008465-F012-472D-9DF5-796F9FA61E8E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6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7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9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ftr" idx="7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7"/>
          <p:cNvSpPr>
            <a:spLocks noGrp="1"/>
          </p:cNvSpPr>
          <p:nvPr>
            <p:ph type="sldNum" idx="8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48547D-4A66-413D-A6B8-7F40EEE5A00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8"/>
          <p:cNvSpPr>
            <a:spLocks noGrp="1"/>
          </p:cNvSpPr>
          <p:nvPr>
            <p:ph type="dt" idx="9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18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31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3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8"/>
          <p:cNvSpPr>
            <a:spLocks noGrp="1"/>
          </p:cNvSpPr>
          <p:nvPr>
            <p:ph type="ftr" idx="10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9"/>
          <p:cNvSpPr>
            <a:spLocks noGrp="1"/>
          </p:cNvSpPr>
          <p:nvPr>
            <p:ph type="sldNum" idx="11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7B9FE4-2B75-4EEB-941D-1B503B76F06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10"/>
          <p:cNvSpPr>
            <a:spLocks noGrp="1"/>
          </p:cNvSpPr>
          <p:nvPr>
            <p:ph type="dt" idx="12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56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8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69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1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ftr" idx="13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ldNum" idx="14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A76E92-7172-4EC0-BE11-E57231EB5B33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dt" idx="15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89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1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202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14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ftr" idx="16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7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95E1EC-83CF-4983-AAF1-F628C6E33355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dt" idx="18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223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0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5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236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8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0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8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ftr" idx="19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sldNum" idx="20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677687-9953-429C-9B09-10F08CE0C74B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dt" idx="21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258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70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271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2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6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0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83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ftr" idx="22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sldNum" idx="23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924E54-6FE2-4370-9493-0E734DAE05D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dt" idx="24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29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30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ftr" idx="25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6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F54FDC-2172-41FD-83D2-939B2EF95622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dt" idx="27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328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5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8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40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341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2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4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5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7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8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9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0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1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2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53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ftr" idx="28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sldNum" idx="29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BAB232-8E09-4F26-B9E4-0C90123714FB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dt" idx="30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359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0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2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3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4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6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8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9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0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1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372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3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4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5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6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7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8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9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0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1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2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3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84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ftr" idx="31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PlaceHolder 6"/>
          <p:cNvSpPr>
            <a:spLocks noGrp="1"/>
          </p:cNvSpPr>
          <p:nvPr>
            <p:ph type="sldNum" idx="32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F810BF-DE55-41D0-B414-B469608B2CFF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7"/>
          <p:cNvSpPr>
            <a:spLocks noGrp="1"/>
          </p:cNvSpPr>
          <p:nvPr>
            <p:ph type="dt" idx="33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398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9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0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1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2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3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4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5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6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7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8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9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0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411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4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5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6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8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9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0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1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2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23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Freeform 6"/>
          <p:cNvSpPr/>
          <p:nvPr/>
        </p:nvSpPr>
        <p:spPr>
          <a:xfrm>
            <a:off x="0" y="4323960"/>
            <a:ext cx="1743120" cy="777240"/>
          </a:xfrm>
          <a:custGeom>
            <a:avLst/>
            <a:gdLst>
              <a:gd name="textAreaLeft" fmla="*/ 0 w 1743120"/>
              <a:gd name="textAreaRight" fmla="*/ 1743480 w 1743120"/>
              <a:gd name="textAreaTop" fmla="*/ 0 h 777240"/>
              <a:gd name="textAreaBottom" fmla="*/ 777600 h 777240"/>
            </a:gdLst>
            <a:ah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5"/>
          <p:cNvSpPr>
            <a:spLocks noGrp="1"/>
          </p:cNvSpPr>
          <p:nvPr>
            <p:ph type="ftr" idx="34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PlaceHolder 6"/>
          <p:cNvSpPr>
            <a:spLocks noGrp="1"/>
          </p:cNvSpPr>
          <p:nvPr>
            <p:ph type="sldNum" idx="35"/>
          </p:nvPr>
        </p:nvSpPr>
        <p:spPr>
          <a:xfrm>
            <a:off x="531720" y="452952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AFB4A1-1E5F-4E88-A3D2-ED250C33457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PlaceHolder 7"/>
          <p:cNvSpPr>
            <a:spLocks noGrp="1"/>
          </p:cNvSpPr>
          <p:nvPr>
            <p:ph type="dt" idx="36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43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4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45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6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4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5"/>
          <p:cNvSpPr>
            <a:spLocks noGrp="1"/>
          </p:cNvSpPr>
          <p:nvPr>
            <p:ph type="ftr" idx="37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PlaceHolder 6"/>
          <p:cNvSpPr>
            <a:spLocks noGrp="1"/>
          </p:cNvSpPr>
          <p:nvPr>
            <p:ph type="sldNum" idx="38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629E90-4831-4F74-9A55-50057A45B1E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7"/>
          <p:cNvSpPr>
            <a:spLocks noGrp="1"/>
          </p:cNvSpPr>
          <p:nvPr>
            <p:ph type="dt" idx="39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47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8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49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0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4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5"/>
          <p:cNvSpPr>
            <a:spLocks noGrp="1"/>
          </p:cNvSpPr>
          <p:nvPr>
            <p:ph type="ftr" idx="40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PlaceHolder 6"/>
          <p:cNvSpPr>
            <a:spLocks noGrp="1"/>
          </p:cNvSpPr>
          <p:nvPr>
            <p:ph type="sldNum" idx="41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BFA013-561F-4EA4-BD58-9494AF342463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PlaceHolder 7"/>
          <p:cNvSpPr>
            <a:spLocks noGrp="1"/>
          </p:cNvSpPr>
          <p:nvPr>
            <p:ph type="dt" idx="42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51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53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4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4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ftr" idx="43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PlaceHolder 5"/>
          <p:cNvSpPr>
            <a:spLocks noGrp="1"/>
          </p:cNvSpPr>
          <p:nvPr>
            <p:ph type="sldNum" idx="44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BCFF4E-3689-4E9F-ACC0-6591A3411798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PlaceHolder 6"/>
          <p:cNvSpPr>
            <a:spLocks noGrp="1"/>
          </p:cNvSpPr>
          <p:nvPr>
            <p:ph type="dt" idx="45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55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6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56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8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6"/>
          <p:cNvSpPr>
            <a:spLocks noGrp="1"/>
          </p:cNvSpPr>
          <p:nvPr>
            <p:ph type="ftr" idx="46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PlaceHolder 7"/>
          <p:cNvSpPr>
            <a:spLocks noGrp="1"/>
          </p:cNvSpPr>
          <p:nvPr>
            <p:ph type="sldNum" idx="47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2D4056-9F70-4D29-A474-581D8AAEEF8C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PlaceHolder 8"/>
          <p:cNvSpPr>
            <a:spLocks noGrp="1"/>
          </p:cNvSpPr>
          <p:nvPr>
            <p:ph type="dt" idx="48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59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0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61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2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4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8"/>
          <p:cNvSpPr>
            <a:spLocks noGrp="1"/>
          </p:cNvSpPr>
          <p:nvPr>
            <p:ph type="ftr" idx="49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PlaceHolder 9"/>
          <p:cNvSpPr>
            <a:spLocks noGrp="1"/>
          </p:cNvSpPr>
          <p:nvPr>
            <p:ph type="sldNum" idx="50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C0362F-BD3E-4FAF-A2C0-5CCCD95795C5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PlaceHolder 10"/>
          <p:cNvSpPr>
            <a:spLocks noGrp="1"/>
          </p:cNvSpPr>
          <p:nvPr>
            <p:ph type="dt" idx="51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636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7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8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9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0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1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2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3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4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5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6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7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48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649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0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1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2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3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4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5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6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7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8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9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0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61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3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664" name="PlaceHolder 1"/>
          <p:cNvSpPr>
            <a:spLocks noGrp="1"/>
          </p:cNvSpPr>
          <p:nvPr>
            <p:ph type="ftr" idx="52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 type="sldNum" idx="53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E6EE3B-2278-4223-A777-3417C1FFFAB6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dt" idx="54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67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8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68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9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7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55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56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CAAA3D-E8AA-44B0-A95B-0C9E20A04A9C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dt" idx="57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70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1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71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ftr" idx="58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PlaceHolder 4"/>
          <p:cNvSpPr>
            <a:spLocks noGrp="1"/>
          </p:cNvSpPr>
          <p:nvPr>
            <p:ph type="sldNum" idx="59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EE3835-9F57-427B-A54C-AA00F7A8ECCA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PlaceHolder 5"/>
          <p:cNvSpPr>
            <a:spLocks noGrp="1"/>
          </p:cNvSpPr>
          <p:nvPr>
            <p:ph type="dt" idx="60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741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2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3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4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5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6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7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8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9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0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1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2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53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754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5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6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7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8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9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0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1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3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4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5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66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8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ftr" idx="61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sldNum" idx="62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7B6B0D-5E63-4128-B5E9-518FDDC68E52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PlaceHolder 6"/>
          <p:cNvSpPr>
            <a:spLocks noGrp="1"/>
          </p:cNvSpPr>
          <p:nvPr>
            <p:ph type="dt" idx="63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779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0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1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2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3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4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5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6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7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8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9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0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91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792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3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4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5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6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7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8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9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0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1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2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3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04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6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2"/>
          <p:cNvSpPr>
            <a:spLocks noGrp="1"/>
          </p:cNvSpPr>
          <p:nvPr>
            <p:ph type="ftr" idx="64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65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45786B-7817-4C15-B74E-0A139B5D495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PlaceHolder 4"/>
          <p:cNvSpPr>
            <a:spLocks noGrp="1"/>
          </p:cNvSpPr>
          <p:nvPr>
            <p:ph type="dt" idx="66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813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4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5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6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7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8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9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1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2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3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4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25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826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7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8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9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0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1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2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3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4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5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6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7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38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0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841" name="PlaceHolder 1"/>
          <p:cNvSpPr>
            <a:spLocks noGrp="1"/>
          </p:cNvSpPr>
          <p:nvPr>
            <p:ph type="ftr" idx="67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sldNum" idx="68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B49C0F-1A80-4178-93DA-94F0D7779F5E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dt" idx="69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84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5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85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7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 type="ftr" idx="70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PlaceHolder 6"/>
          <p:cNvSpPr>
            <a:spLocks noGrp="1"/>
          </p:cNvSpPr>
          <p:nvPr>
            <p:ph type="sldNum" idx="71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93C4F7-B9AF-4E6C-9EDE-5C59ACF7E86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PlaceHolder 7"/>
          <p:cNvSpPr>
            <a:spLocks noGrp="1"/>
          </p:cNvSpPr>
          <p:nvPr>
            <p:ph type="dt" idx="72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88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9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89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1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9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5"/>
          <p:cNvSpPr>
            <a:spLocks noGrp="1"/>
          </p:cNvSpPr>
          <p:nvPr>
            <p:ph type="ftr" idx="73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PlaceHolder 6"/>
          <p:cNvSpPr>
            <a:spLocks noGrp="1"/>
          </p:cNvSpPr>
          <p:nvPr>
            <p:ph type="sldNum" idx="74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3D8792-13F3-4D70-88F9-75D44F20EC61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PlaceHolder 7"/>
          <p:cNvSpPr>
            <a:spLocks noGrp="1"/>
          </p:cNvSpPr>
          <p:nvPr>
            <p:ph type="dt" idx="75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92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3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93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5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PlaceHolder 5"/>
          <p:cNvSpPr>
            <a:spLocks noGrp="1"/>
          </p:cNvSpPr>
          <p:nvPr>
            <p:ph type="ftr" idx="76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PlaceHolder 6"/>
          <p:cNvSpPr>
            <a:spLocks noGrp="1"/>
          </p:cNvSpPr>
          <p:nvPr>
            <p:ph type="sldNum" idx="77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DE6404-AE6D-404B-8006-6515B30FF5F5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PlaceHolder 7"/>
          <p:cNvSpPr>
            <a:spLocks noGrp="1"/>
          </p:cNvSpPr>
          <p:nvPr>
            <p:ph type="dt" idx="78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96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7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97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9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4"/>
          <p:cNvSpPr>
            <a:spLocks noGrp="1"/>
          </p:cNvSpPr>
          <p:nvPr>
            <p:ph type="ftr" idx="79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PlaceHolder 5"/>
          <p:cNvSpPr>
            <a:spLocks noGrp="1"/>
          </p:cNvSpPr>
          <p:nvPr>
            <p:ph type="sldNum" idx="80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6D387A-F4CC-4257-AB9A-D87932D98436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PlaceHolder 6"/>
          <p:cNvSpPr>
            <a:spLocks noGrp="1"/>
          </p:cNvSpPr>
          <p:nvPr>
            <p:ph type="dt" idx="81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003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4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5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6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7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8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9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0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1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2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3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4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15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016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7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8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9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1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2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3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4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5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6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7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28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0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6"/>
          <p:cNvSpPr>
            <a:spLocks noGrp="1"/>
          </p:cNvSpPr>
          <p:nvPr>
            <p:ph type="ftr" idx="82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PlaceHolder 7"/>
          <p:cNvSpPr>
            <a:spLocks noGrp="1"/>
          </p:cNvSpPr>
          <p:nvPr>
            <p:ph type="sldNum" idx="83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975FC6-CEDF-462E-AC58-6F952483EB1E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PlaceHolder 8"/>
          <p:cNvSpPr>
            <a:spLocks noGrp="1"/>
          </p:cNvSpPr>
          <p:nvPr>
            <p:ph type="dt" idx="84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04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5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05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8"/>
          <p:cNvSpPr>
            <a:spLocks noGrp="1"/>
          </p:cNvSpPr>
          <p:nvPr>
            <p:ph type="ftr" idx="85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PlaceHolder 9"/>
          <p:cNvSpPr>
            <a:spLocks noGrp="1"/>
          </p:cNvSpPr>
          <p:nvPr>
            <p:ph type="sldNum" idx="86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C38E4A-1A6D-4BB2-A648-A92FD7BB4175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PlaceHolder 10"/>
          <p:cNvSpPr>
            <a:spLocks noGrp="1"/>
          </p:cNvSpPr>
          <p:nvPr>
            <p:ph type="dt" idx="87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3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084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5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6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7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8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9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0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1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2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3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4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5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6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097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8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9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0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1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2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3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4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5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6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7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8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9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1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112" name="PlaceHolder 1"/>
          <p:cNvSpPr>
            <a:spLocks noGrp="1"/>
          </p:cNvSpPr>
          <p:nvPr>
            <p:ph type="ftr" idx="88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PlaceHolder 2"/>
          <p:cNvSpPr>
            <a:spLocks noGrp="1"/>
          </p:cNvSpPr>
          <p:nvPr>
            <p:ph type="sldNum" idx="89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8455E4-D0F8-4B02-8CE7-11A9D8A54253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dt" idx="90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5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116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7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8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9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0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1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2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3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4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5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6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7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8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129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0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1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2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3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4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5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6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7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8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9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0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41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3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PlaceHolder 2"/>
          <p:cNvSpPr>
            <a:spLocks noGrp="1"/>
          </p:cNvSpPr>
          <p:nvPr>
            <p:ph type="ftr" idx="91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92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DAA838-816E-48F8-B785-C0713FF96C8B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PlaceHolder 4"/>
          <p:cNvSpPr>
            <a:spLocks noGrp="1"/>
          </p:cNvSpPr>
          <p:nvPr>
            <p:ph type="dt" idx="93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151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2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3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4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5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6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7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8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9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0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1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2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63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164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5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6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7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8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9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0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1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2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3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4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5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76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8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PlaceHolder 3"/>
          <p:cNvSpPr>
            <a:spLocks noGrp="1"/>
          </p:cNvSpPr>
          <p:nvPr>
            <p:ph type="ftr" idx="94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PlaceHolder 4"/>
          <p:cNvSpPr>
            <a:spLocks noGrp="1"/>
          </p:cNvSpPr>
          <p:nvPr>
            <p:ph type="sldNum" idx="95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FC23EB-3C0D-41CE-8DD9-4453AD0FC00E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PlaceHolder 5"/>
          <p:cNvSpPr>
            <a:spLocks noGrp="1"/>
          </p:cNvSpPr>
          <p:nvPr>
            <p:ph type="dt" idx="96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6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187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8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9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0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1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2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3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4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5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6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7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8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99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200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1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2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3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4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5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6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7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8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9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0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1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2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3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4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PlaceHolder 4"/>
          <p:cNvSpPr>
            <a:spLocks noGrp="1"/>
          </p:cNvSpPr>
          <p:nvPr>
            <p:ph type="ftr" idx="97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PlaceHolder 5"/>
          <p:cNvSpPr>
            <a:spLocks noGrp="1"/>
          </p:cNvSpPr>
          <p:nvPr>
            <p:ph type="sldNum" idx="98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BA3F46-6A7C-4356-934C-651375832732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PlaceHolder 6"/>
          <p:cNvSpPr>
            <a:spLocks noGrp="1"/>
          </p:cNvSpPr>
          <p:nvPr>
            <p:ph type="dt" idx="99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22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3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23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PlaceHolder 2"/>
          <p:cNvSpPr>
            <a:spLocks noGrp="1"/>
          </p:cNvSpPr>
          <p:nvPr>
            <p:ph type="ftr" idx="100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PlaceHolder 3"/>
          <p:cNvSpPr>
            <a:spLocks noGrp="1"/>
          </p:cNvSpPr>
          <p:nvPr>
            <p:ph type="sldNum" idx="101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C29505-25DF-462E-B0D8-078A47D8CB05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PlaceHolder 4"/>
          <p:cNvSpPr>
            <a:spLocks noGrp="1"/>
          </p:cNvSpPr>
          <p:nvPr>
            <p:ph type="dt" idx="102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26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27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7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288" name="PlaceHolder 1"/>
          <p:cNvSpPr>
            <a:spLocks noGrp="1"/>
          </p:cNvSpPr>
          <p:nvPr>
            <p:ph type="ftr" idx="103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PlaceHolder 2"/>
          <p:cNvSpPr>
            <a:spLocks noGrp="1"/>
          </p:cNvSpPr>
          <p:nvPr>
            <p:ph type="sldNum" idx="104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4A2F5D-3CC0-4282-9163-4D2EC596A09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PlaceHolder 3"/>
          <p:cNvSpPr>
            <a:spLocks noGrp="1"/>
          </p:cNvSpPr>
          <p:nvPr>
            <p:ph type="dt" idx="105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292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3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4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5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6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7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8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9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0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1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2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3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4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305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6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7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8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9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0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1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2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3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4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5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6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17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9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PlaceHolder 5"/>
          <p:cNvSpPr>
            <a:spLocks noGrp="1"/>
          </p:cNvSpPr>
          <p:nvPr>
            <p:ph type="ftr" idx="106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PlaceHolder 6"/>
          <p:cNvSpPr>
            <a:spLocks noGrp="1"/>
          </p:cNvSpPr>
          <p:nvPr>
            <p:ph type="sldNum" idx="107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EE97FB-AEFE-47B6-8D72-06252DE91863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PlaceHolder 7"/>
          <p:cNvSpPr>
            <a:spLocks noGrp="1"/>
          </p:cNvSpPr>
          <p:nvPr>
            <p:ph type="dt" idx="108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332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3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4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5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6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7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8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9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0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1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2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3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44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345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6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7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8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9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0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1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2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3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4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5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6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7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9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PlaceHolder 5"/>
          <p:cNvSpPr>
            <a:spLocks noGrp="1"/>
          </p:cNvSpPr>
          <p:nvPr>
            <p:ph type="ftr" idx="109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PlaceHolder 6"/>
          <p:cNvSpPr>
            <a:spLocks noGrp="1"/>
          </p:cNvSpPr>
          <p:nvPr>
            <p:ph type="sldNum" idx="110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AACFEB-09ED-415A-8C61-1B2048C98D5C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PlaceHolder 7"/>
          <p:cNvSpPr>
            <a:spLocks noGrp="1"/>
          </p:cNvSpPr>
          <p:nvPr>
            <p:ph type="dt" idx="111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372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3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4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5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6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7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8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9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0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1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2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3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84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385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6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7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8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9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0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1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2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3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4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5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6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97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9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PlaceHolder 5"/>
          <p:cNvSpPr>
            <a:spLocks noGrp="1"/>
          </p:cNvSpPr>
          <p:nvPr>
            <p:ph type="ftr" idx="112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PlaceHolder 6"/>
          <p:cNvSpPr>
            <a:spLocks noGrp="1"/>
          </p:cNvSpPr>
          <p:nvPr>
            <p:ph type="sldNum" idx="113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E39F6A-9EF8-4AEF-BD5B-A9A47DC10A0D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PlaceHolder 7"/>
          <p:cNvSpPr>
            <a:spLocks noGrp="1"/>
          </p:cNvSpPr>
          <p:nvPr>
            <p:ph type="dt" idx="114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1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412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3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4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5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6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7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8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9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0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1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2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3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24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425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6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7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8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9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0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1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2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3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4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5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6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37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9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4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PlaceHolder 4"/>
          <p:cNvSpPr>
            <a:spLocks noGrp="1"/>
          </p:cNvSpPr>
          <p:nvPr>
            <p:ph type="ftr" idx="115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PlaceHolder 5"/>
          <p:cNvSpPr>
            <a:spLocks noGrp="1"/>
          </p:cNvSpPr>
          <p:nvPr>
            <p:ph type="sldNum" idx="116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5D7653-0C0B-41E1-B266-FE168432EC27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PlaceHolder 6"/>
          <p:cNvSpPr>
            <a:spLocks noGrp="1"/>
          </p:cNvSpPr>
          <p:nvPr>
            <p:ph type="dt" idx="117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45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46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7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6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7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PlaceHolder 6"/>
          <p:cNvSpPr>
            <a:spLocks noGrp="1"/>
          </p:cNvSpPr>
          <p:nvPr>
            <p:ph type="ftr" idx="118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PlaceHolder 7"/>
          <p:cNvSpPr>
            <a:spLocks noGrp="1"/>
          </p:cNvSpPr>
          <p:nvPr>
            <p:ph type="sldNum" idx="119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99696E-2390-4D9D-BEDE-A1667624A59E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PlaceHolder 8"/>
          <p:cNvSpPr>
            <a:spLocks noGrp="1"/>
          </p:cNvSpPr>
          <p:nvPr>
            <p:ph type="dt" idx="120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1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492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3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4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5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6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7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8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9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0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1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2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3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04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505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6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7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8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9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0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1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2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3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4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5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6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17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9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PlaceHolder 8"/>
          <p:cNvSpPr>
            <a:spLocks noGrp="1"/>
          </p:cNvSpPr>
          <p:nvPr>
            <p:ph type="ftr" idx="121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PlaceHolder 9"/>
          <p:cNvSpPr>
            <a:spLocks noGrp="1"/>
          </p:cNvSpPr>
          <p:nvPr>
            <p:ph type="sldNum" idx="122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AE7711-68B8-4350-AAE0-84689850FD23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PlaceHolder 10"/>
          <p:cNvSpPr>
            <a:spLocks noGrp="1"/>
          </p:cNvSpPr>
          <p:nvPr>
            <p:ph type="dt" idx="123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0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531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2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3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4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5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6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7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8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9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0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1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2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43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544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5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6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7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8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9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0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1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2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3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4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5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56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8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559" name="PlaceHolder 1"/>
          <p:cNvSpPr>
            <a:spLocks noGrp="1"/>
          </p:cNvSpPr>
          <p:nvPr>
            <p:ph type="ftr" idx="124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0" name="PlaceHolder 2"/>
          <p:cNvSpPr>
            <a:spLocks noGrp="1"/>
          </p:cNvSpPr>
          <p:nvPr>
            <p:ph type="sldNum" idx="125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E0F9CB-6716-4BB3-88FE-D6003EBF5146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dt" idx="126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565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6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7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8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9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0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1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2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3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4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5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6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77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578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9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0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1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2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3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4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5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6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7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8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9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90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1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2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5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PlaceHolder 2"/>
          <p:cNvSpPr>
            <a:spLocks noGrp="1"/>
          </p:cNvSpPr>
          <p:nvPr>
            <p:ph type="ftr" idx="127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128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908746-E2A1-49B4-843B-0EEEB1EF26A0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" name="PlaceHolder 4"/>
          <p:cNvSpPr>
            <a:spLocks noGrp="1"/>
          </p:cNvSpPr>
          <p:nvPr>
            <p:ph type="dt" idx="129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3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60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1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61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2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7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6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ftr" idx="130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PlaceHolder 4"/>
          <p:cNvSpPr>
            <a:spLocks noGrp="1"/>
          </p:cNvSpPr>
          <p:nvPr>
            <p:ph type="sldNum" idx="131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69FC55-1CE3-4B59-B6D2-609581337BB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2" name="PlaceHolder 5"/>
          <p:cNvSpPr>
            <a:spLocks noGrp="1"/>
          </p:cNvSpPr>
          <p:nvPr>
            <p:ph type="dt" idx="132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5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636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7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8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9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0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1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2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3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4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5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6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7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48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649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0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1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2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3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4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5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6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7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8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9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0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61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2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3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6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PlaceHolder 4"/>
          <p:cNvSpPr>
            <a:spLocks noGrp="1"/>
          </p:cNvSpPr>
          <p:nvPr>
            <p:ph type="ftr" idx="133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PlaceHolder 5"/>
          <p:cNvSpPr>
            <a:spLocks noGrp="1"/>
          </p:cNvSpPr>
          <p:nvPr>
            <p:ph type="sldNum" idx="134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E2031C-E33A-4FAA-A93F-629F7407659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PlaceHolder 6"/>
          <p:cNvSpPr>
            <a:spLocks noGrp="1"/>
          </p:cNvSpPr>
          <p:nvPr>
            <p:ph type="dt" idx="135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3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674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5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6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7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8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9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0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1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2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3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4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5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86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687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8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9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0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1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2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3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4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5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6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7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8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99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1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PlaceHolder 2"/>
          <p:cNvSpPr>
            <a:spLocks noGrp="1"/>
          </p:cNvSpPr>
          <p:nvPr>
            <p:ph type="ftr" idx="136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PlaceHolder 3"/>
          <p:cNvSpPr>
            <a:spLocks noGrp="1"/>
          </p:cNvSpPr>
          <p:nvPr>
            <p:ph type="sldNum" idx="137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0DAA8B-00A5-4025-95F9-DDEF0D8BCBC0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PlaceHolder 4"/>
          <p:cNvSpPr>
            <a:spLocks noGrp="1"/>
          </p:cNvSpPr>
          <p:nvPr>
            <p:ph type="dt" idx="138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3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708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9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0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1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2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3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4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5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6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7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8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9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20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721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2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3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4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5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6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7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8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9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0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1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2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33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5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736" name="PlaceHolder 1"/>
          <p:cNvSpPr>
            <a:spLocks noGrp="1"/>
          </p:cNvSpPr>
          <p:nvPr>
            <p:ph type="ftr" idx="139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PlaceHolder 2"/>
          <p:cNvSpPr>
            <a:spLocks noGrp="1"/>
          </p:cNvSpPr>
          <p:nvPr>
            <p:ph type="sldNum" idx="140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BB0EBA-9561-4775-89D7-1E38E2D67DC2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PlaceHolder 3"/>
          <p:cNvSpPr>
            <a:spLocks noGrp="1"/>
          </p:cNvSpPr>
          <p:nvPr>
            <p:ph type="dt" idx="141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9" name="Group 22"/>
          <p:cNvGrpSpPr/>
          <p:nvPr/>
        </p:nvGrpSpPr>
        <p:grpSpPr>
          <a:xfrm>
            <a:off x="0" y="228600"/>
            <a:ext cx="2850120" cy="6637320"/>
            <a:chOff x="0" y="228600"/>
            <a:chExt cx="2850120" cy="6637320"/>
          </a:xfrm>
        </p:grpSpPr>
        <p:sp>
          <p:nvSpPr>
            <p:cNvPr id="1740" name="Freeform 11"/>
            <p:cNvSpPr/>
            <p:nvPr/>
          </p:nvSpPr>
          <p:spPr>
            <a:xfrm>
              <a:off x="0" y="2575080"/>
              <a:ext cx="99360" cy="624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24600"/>
                <a:gd name="textAreaBottom" fmla="*/ 624960 h 624600"/>
              </a:gdLst>
              <a:ah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1" name="Freeform 12"/>
            <p:cNvSpPr/>
            <p:nvPr/>
          </p:nvSpPr>
          <p:spPr>
            <a:xfrm>
              <a:off x="128520" y="3156480"/>
              <a:ext cx="645120" cy="2320920"/>
            </a:xfrm>
            <a:custGeom>
              <a:avLst/>
              <a:gdLst>
                <a:gd name="textAreaLeft" fmla="*/ 0 w 645120"/>
                <a:gd name="textAreaRight" fmla="*/ 645480 w 645120"/>
                <a:gd name="textAreaTop" fmla="*/ 0 h 2320920"/>
                <a:gd name="textAreaBottom" fmla="*/ 2321280 h 2320920"/>
              </a:gdLst>
              <a:ah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2" name="Freeform 13"/>
            <p:cNvSpPr/>
            <p:nvPr/>
          </p:nvSpPr>
          <p:spPr>
            <a:xfrm>
              <a:off x="807120" y="5447160"/>
              <a:ext cx="608040" cy="1418760"/>
            </a:xfrm>
            <a:custGeom>
              <a:avLst/>
              <a:gdLst>
                <a:gd name="textAreaLeft" fmla="*/ 0 w 608040"/>
                <a:gd name="textAreaRight" fmla="*/ 608400 w 608040"/>
                <a:gd name="textAreaTop" fmla="*/ 0 h 1418760"/>
                <a:gd name="textAreaBottom" fmla="*/ 1419120 h 1418760"/>
              </a:gdLst>
              <a:ah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3" name="Freeform 14"/>
            <p:cNvSpPr/>
            <p:nvPr/>
          </p:nvSpPr>
          <p:spPr>
            <a:xfrm>
              <a:off x="959760" y="6503760"/>
              <a:ext cx="169920" cy="36216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4" name="Freeform 15"/>
            <p:cNvSpPr/>
            <p:nvPr/>
          </p:nvSpPr>
          <p:spPr>
            <a:xfrm>
              <a:off x="100800" y="3201120"/>
              <a:ext cx="820440" cy="332712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3327120"/>
                <a:gd name="textAreaBottom" fmla="*/ 3327480 h 3327120"/>
              </a:gdLst>
              <a:ah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5" name="Freeform 16"/>
            <p:cNvSpPr/>
            <p:nvPr/>
          </p:nvSpPr>
          <p:spPr>
            <a:xfrm>
              <a:off x="22320" y="228600"/>
              <a:ext cx="104760" cy="29264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2926440"/>
                <a:gd name="textAreaBottom" fmla="*/ 2926800 h 2926440"/>
              </a:gdLst>
              <a:ah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6" name="Freeform 17"/>
            <p:cNvSpPr/>
            <p:nvPr/>
          </p:nvSpPr>
          <p:spPr>
            <a:xfrm>
              <a:off x="78120" y="2944080"/>
              <a:ext cx="76680" cy="4924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492480"/>
                <a:gd name="textAreaBottom" fmla="*/ 492840 h 492480"/>
              </a:gdLst>
              <a:ah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7" name="Freeform 18"/>
            <p:cNvSpPr/>
            <p:nvPr/>
          </p:nvSpPr>
          <p:spPr>
            <a:xfrm>
              <a:off x="769680" y="5478840"/>
              <a:ext cx="188640" cy="10234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023480"/>
                <a:gd name="textAreaBottom" fmla="*/ 1023840 h 1023480"/>
              </a:gdLst>
              <a:ah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8" name="Freeform 19"/>
            <p:cNvSpPr/>
            <p:nvPr/>
          </p:nvSpPr>
          <p:spPr>
            <a:xfrm>
              <a:off x="775440" y="1398960"/>
              <a:ext cx="2074680" cy="4046760"/>
            </a:xfrm>
            <a:custGeom>
              <a:avLst/>
              <a:gdLst>
                <a:gd name="textAreaLeft" fmla="*/ 0 w 2074680"/>
                <a:gd name="textAreaRight" fmla="*/ 2075040 w 2074680"/>
                <a:gd name="textAreaTop" fmla="*/ 0 h 4046760"/>
                <a:gd name="textAreaBottom" fmla="*/ 4047120 h 4046760"/>
              </a:gdLst>
              <a:ah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9" name="Freeform 20"/>
            <p:cNvSpPr/>
            <p:nvPr/>
          </p:nvSpPr>
          <p:spPr>
            <a:xfrm>
              <a:off x="922680" y="6530040"/>
              <a:ext cx="160560" cy="3358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35880"/>
                <a:gd name="textAreaBottom" fmla="*/ 336240 h 335880"/>
              </a:gdLst>
              <a:ah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0" name="Freeform 21"/>
            <p:cNvSpPr/>
            <p:nvPr/>
          </p:nvSpPr>
          <p:spPr>
            <a:xfrm>
              <a:off x="769680" y="5359320"/>
              <a:ext cx="36000" cy="2203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0320"/>
                <a:gd name="textAreaBottom" fmla="*/ 220680 h 220320"/>
              </a:gdLst>
              <a:ah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1" name="Freeform 22"/>
            <p:cNvSpPr/>
            <p:nvPr/>
          </p:nvSpPr>
          <p:spPr>
            <a:xfrm>
              <a:off x="849960" y="6244560"/>
              <a:ext cx="237240" cy="621000"/>
            </a:xfrm>
            <a:custGeom>
              <a:avLst/>
              <a:gdLst>
                <a:gd name="textAreaLeft" fmla="*/ 0 w 237240"/>
                <a:gd name="textAreaRight" fmla="*/ 237600 w 237240"/>
                <a:gd name="textAreaTop" fmla="*/ 0 h 621000"/>
                <a:gd name="textAreaBottom" fmla="*/ 621360 h 621000"/>
              </a:gdLst>
              <a:ah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52" name="Group 9"/>
          <p:cNvGrpSpPr/>
          <p:nvPr/>
        </p:nvGrpSpPr>
        <p:grpSpPr>
          <a:xfrm>
            <a:off x="27360" y="-720"/>
            <a:ext cx="2355120" cy="6852600"/>
            <a:chOff x="27360" y="-720"/>
            <a:chExt cx="2355120" cy="6852600"/>
          </a:xfrm>
        </p:grpSpPr>
        <p:sp>
          <p:nvSpPr>
            <p:cNvPr id="1753" name="Freeform 27"/>
            <p:cNvSpPr/>
            <p:nvPr/>
          </p:nvSpPr>
          <p:spPr>
            <a:xfrm>
              <a:off x="27360" y="-720"/>
              <a:ext cx="492840" cy="439956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4399560"/>
                <a:gd name="textAreaBottom" fmla="*/ 4399920 h 4399560"/>
              </a:gdLst>
              <a:ah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4" name="Freeform 28"/>
            <p:cNvSpPr/>
            <p:nvPr/>
          </p:nvSpPr>
          <p:spPr>
            <a:xfrm>
              <a:off x="550440" y="4316400"/>
              <a:ext cx="421920" cy="157932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1579320"/>
                <a:gd name="textAreaBottom" fmla="*/ 1579680 h 1579320"/>
              </a:gdLst>
              <a:ah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5" name="Freeform 29"/>
            <p:cNvSpPr/>
            <p:nvPr/>
          </p:nvSpPr>
          <p:spPr>
            <a:xfrm>
              <a:off x="1006200" y="5862600"/>
              <a:ext cx="429480" cy="989280"/>
            </a:xfrm>
            <a:custGeom>
              <a:avLst/>
              <a:gdLst>
                <a:gd name="textAreaLeft" fmla="*/ 0 w 429480"/>
                <a:gd name="textAreaRight" fmla="*/ 429840 w 429480"/>
                <a:gd name="textAreaTop" fmla="*/ 0 h 989280"/>
                <a:gd name="textAreaBottom" fmla="*/ 989640 h 989280"/>
              </a:gdLst>
              <a:ah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6" name="Freeform 30"/>
            <p:cNvSpPr/>
            <p:nvPr/>
          </p:nvSpPr>
          <p:spPr>
            <a:xfrm>
              <a:off x="521640" y="4364280"/>
              <a:ext cx="550440" cy="223452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2234520"/>
                <a:gd name="textAreaBottom" fmla="*/ 2234880 h 2234520"/>
              </a:gdLst>
              <a:ah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7" name="Freeform 31"/>
            <p:cNvSpPr/>
            <p:nvPr/>
          </p:nvSpPr>
          <p:spPr>
            <a:xfrm>
              <a:off x="468000" y="1289160"/>
              <a:ext cx="172800" cy="30258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025800"/>
                <a:gd name="textAreaBottom" fmla="*/ 3026160 h 3025800"/>
              </a:gdLst>
              <a:ah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8" name="Freeform 32"/>
            <p:cNvSpPr/>
            <p:nvPr/>
          </p:nvSpPr>
          <p:spPr>
            <a:xfrm>
              <a:off x="1111680" y="6571440"/>
              <a:ext cx="132840" cy="2800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80080"/>
                <a:gd name="textAreaBottom" fmla="*/ 280440 h 280080"/>
              </a:gdLst>
              <a:ah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9" name="Freeform 33"/>
            <p:cNvSpPr/>
            <p:nvPr/>
          </p:nvSpPr>
          <p:spPr>
            <a:xfrm>
              <a:off x="502560" y="4107600"/>
              <a:ext cx="81000" cy="51012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0" name="Freeform 34"/>
            <p:cNvSpPr/>
            <p:nvPr/>
          </p:nvSpPr>
          <p:spPr>
            <a:xfrm>
              <a:off x="973800" y="3145680"/>
              <a:ext cx="1408680" cy="2715480"/>
            </a:xfrm>
            <a:custGeom>
              <a:avLst/>
              <a:gdLst>
                <a:gd name="textAreaLeft" fmla="*/ 0 w 1408680"/>
                <a:gd name="textAreaRight" fmla="*/ 1409040 w 1408680"/>
                <a:gd name="textAreaTop" fmla="*/ 0 h 2715480"/>
                <a:gd name="textAreaBottom" fmla="*/ 2715840 h 2715480"/>
              </a:gdLst>
              <a:ah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1" name="Freeform 35"/>
            <p:cNvSpPr/>
            <p:nvPr/>
          </p:nvSpPr>
          <p:spPr>
            <a:xfrm>
              <a:off x="1073520" y="6600240"/>
              <a:ext cx="119160" cy="251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51640"/>
                <a:gd name="textAreaBottom" fmla="*/ 252000 h 251640"/>
              </a:gdLst>
              <a:ah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2" name="Freeform 36"/>
            <p:cNvSpPr/>
            <p:nvPr/>
          </p:nvSpPr>
          <p:spPr>
            <a:xfrm>
              <a:off x="973800" y="5897160"/>
              <a:ext cx="136440" cy="6728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672840"/>
                <a:gd name="textAreaBottom" fmla="*/ 673200 h 672840"/>
              </a:gdLst>
              <a:ah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3" name="Freeform 37"/>
            <p:cNvSpPr/>
            <p:nvPr/>
          </p:nvSpPr>
          <p:spPr>
            <a:xfrm>
              <a:off x="973800" y="5772600"/>
              <a:ext cx="36720" cy="2264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26440"/>
                <a:gd name="textAreaBottom" fmla="*/ 226800 h 226440"/>
              </a:gdLst>
              <a:ah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4" name="Freeform 38"/>
            <p:cNvSpPr/>
            <p:nvPr/>
          </p:nvSpPr>
          <p:spPr>
            <a:xfrm>
              <a:off x="1006200" y="6322680"/>
              <a:ext cx="209160" cy="529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529200"/>
                <a:gd name="textAreaBottom" fmla="*/ 529560 h 529200"/>
              </a:gdLst>
              <a:ah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65" name="Rectangle 6"/>
          <p:cNvSpPr/>
          <p:nvPr/>
        </p:nvSpPr>
        <p:spPr>
          <a:xfrm>
            <a:off x="0" y="0"/>
            <a:ext cx="181440" cy="685656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6" name="Freeform 11"/>
          <p:cNvSpPr/>
          <p:nvPr/>
        </p:nvSpPr>
        <p:spPr>
          <a:xfrm flipV="1">
            <a:off x="-2880" y="711360"/>
            <a:ext cx="1587240" cy="505800"/>
          </a:xfrm>
          <a:custGeom>
            <a:avLst/>
            <a:gdLst>
              <a:gd name="textAreaLeft" fmla="*/ 0 w 1587240"/>
              <a:gd name="textAreaRight" fmla="*/ 1587600 w 1587240"/>
              <a:gd name="textAreaTop" fmla="*/ -360 h 505800"/>
              <a:gd name="textAreaBottom" fmla="*/ 505800 h 505800"/>
            </a:gdLst>
            <a:ah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7" name="Picture 6" descr=""/>
          <p:cNvPicPr/>
          <p:nvPr/>
        </p:nvPicPr>
        <p:blipFill>
          <a:blip r:embed="rId2"/>
          <a:stretch/>
        </p:blipFill>
        <p:spPr>
          <a:xfrm>
            <a:off x="10864440" y="227880"/>
            <a:ext cx="1067040" cy="790920"/>
          </a:xfrm>
          <a:prstGeom prst="rect">
            <a:avLst/>
          </a:prstGeom>
          <a:ln w="0">
            <a:noFill/>
          </a:ln>
        </p:spPr>
      </p:pic>
      <p:sp>
        <p:nvSpPr>
          <p:cNvPr id="17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PlaceHolder 5"/>
          <p:cNvSpPr>
            <a:spLocks noGrp="1"/>
          </p:cNvSpPr>
          <p:nvPr>
            <p:ph type="ftr" idx="142"/>
          </p:nvPr>
        </p:nvSpPr>
        <p:spPr>
          <a:xfrm>
            <a:off x="2589120" y="6135840"/>
            <a:ext cx="76186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3" name="PlaceHolder 6"/>
          <p:cNvSpPr>
            <a:spLocks noGrp="1"/>
          </p:cNvSpPr>
          <p:nvPr>
            <p:ph type="sldNum" idx="143"/>
          </p:nvPr>
        </p:nvSpPr>
        <p:spPr>
          <a:xfrm>
            <a:off x="531720" y="787680"/>
            <a:ext cx="77832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i-FI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A5FFFB-2D9F-4F6E-8606-F5499C708479}" type="slidenum">
              <a:rPr b="0" lang="fi-FI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PlaceHolder 7"/>
          <p:cNvSpPr>
            <a:spLocks noGrp="1"/>
          </p:cNvSpPr>
          <p:nvPr>
            <p:ph type="dt" idx="144"/>
          </p:nvPr>
        </p:nvSpPr>
        <p:spPr>
          <a:xfrm>
            <a:off x="10361520" y="6130440"/>
            <a:ext cx="11448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www.odoo.com/page/download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file:///C:/TEMP" TargetMode="Externa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4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www.oracle.com/database/technologies/instant-client/downloads.html" TargetMode="External"/><Relationship Id="rId3" Type="http://schemas.openxmlformats.org/officeDocument/2006/relationships/hyperlink" Target="https://support.microsoft.com/en-us/help/2977003/the-latest-supported-visual-c-downloads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cx-oracle.readthedocs.io/en/latest/user_guide/installation.html" TargetMode="External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3960" cy="226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i-FI" sz="5400" spc="-1" strike="noStrike">
                <a:solidFill>
                  <a:srgbClr val="262626"/>
                </a:solidFill>
                <a:latin typeface="Century Gothic"/>
              </a:rPr>
              <a:t>Rocker Reporting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PlaceHolder 2"/>
          <p:cNvSpPr>
            <a:spLocks noGrp="1"/>
          </p:cNvSpPr>
          <p:nvPr>
            <p:ph type="subTitle"/>
          </p:nvPr>
        </p:nvSpPr>
        <p:spPr>
          <a:xfrm>
            <a:off x="2589120" y="4777200"/>
            <a:ext cx="891396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i-FI" sz="1800" spc="-1" strike="noStrike">
                <a:solidFill>
                  <a:srgbClr val="595959"/>
                </a:solidFill>
                <a:latin typeface="Century Gothic"/>
              </a:rPr>
              <a:t>Installation Guide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i-FI" sz="1800" spc="-1" strike="noStrike">
                <a:solidFill>
                  <a:srgbClr val="595959"/>
                </a:solidFill>
                <a:latin typeface="Century Gothic"/>
              </a:rPr>
              <a:t>19.9.2023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1" name="Picture 3" descr=""/>
          <p:cNvPicPr/>
          <p:nvPr/>
        </p:nvPicPr>
        <p:blipFill>
          <a:blip r:embed="rId1"/>
          <a:stretch/>
        </p:blipFill>
        <p:spPr>
          <a:xfrm>
            <a:off x="7659720" y="880200"/>
            <a:ext cx="3236760" cy="239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7360" cy="118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Install Odoo (12,13,14,15 or 16 or 17) for Windows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3" name="PlaceHolder 2"/>
          <p:cNvSpPr>
            <a:spLocks noGrp="1"/>
          </p:cNvSpPr>
          <p:nvPr>
            <p:ph/>
          </p:nvPr>
        </p:nvSpPr>
        <p:spPr>
          <a:xfrm>
            <a:off x="1484280" y="1792080"/>
            <a:ext cx="7738920" cy="379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We are using Win32Com so Windows platform is required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Download from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 u="sng">
                <a:solidFill>
                  <a:srgbClr val="5f5f5f"/>
                </a:solidFill>
                <a:uFillTx/>
                <a:latin typeface="Century Gothic"/>
                <a:hlinkClick r:id="rId2"/>
              </a:rPr>
              <a:t>https://www.odoo.com/page/download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 used Windows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" name="Kuva 4"/>
          <p:cNvSpPr/>
          <p:nvPr/>
        </p:nvSpPr>
        <p:spPr>
          <a:xfrm>
            <a:off x="7796160" y="3353400"/>
            <a:ext cx="3517200" cy="2563560"/>
          </a:xfrm>
          <a:prstGeom prst="roundRect">
            <a:avLst>
              <a:gd name="adj" fmla="val 4380"/>
            </a:avLst>
          </a:prstGeom>
          <a:blipFill rotWithShape="0">
            <a:blip r:embed="rId3"/>
            <a:srcRect/>
            <a:stretch/>
          </a:blipFill>
          <a:ln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c8c8c8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Verify pywin32 is installed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508552444"/>
              </p:ext>
            </p:extLst>
          </p:nvPr>
        </p:nvGraphicFramePr>
        <p:xfrm>
          <a:off x="1760760" y="2335680"/>
          <a:ext cx="9740880" cy="3095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786" name="Rectangle 38"/>
          <p:cNvSpPr/>
          <p:nvPr/>
        </p:nvSpPr>
        <p:spPr>
          <a:xfrm>
            <a:off x="3728520" y="5455080"/>
            <a:ext cx="7773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Requirement already satisfied: pywin32 in c:\program files (x86)\odoo 12.0\python\lib\site-packages (227)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(Note: start cmd in admin mode)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TextBox 2"/>
          <p:cNvSpPr/>
          <p:nvPr/>
        </p:nvSpPr>
        <p:spPr>
          <a:xfrm rot="890400">
            <a:off x="7760520" y="2179080"/>
            <a:ext cx="3382920" cy="1186920"/>
          </a:xfrm>
          <a:prstGeom prst="rect">
            <a:avLst/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i-FI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By default win32com is installed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i-FI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(Checked Odoo 12, 13 &amp; 14, 15, 16)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PowerPoints: Install python-pptx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PlaceHolder 2"/>
          <p:cNvSpPr>
            <a:spLocks noGrp="1"/>
          </p:cNvSpPr>
          <p:nvPr>
            <p:ph/>
          </p:nvPr>
        </p:nvSpPr>
        <p:spPr>
          <a:xfrm>
            <a:off x="1926720" y="2115000"/>
            <a:ext cx="8913960" cy="377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Start CMD  with Administrator rights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Execute (Odoo 13 example):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"C:\Program Files (x86)\Odoo 13.0\python\python" "C:\Program Files (x86)\Odoo 13.0\python\Scripts\pip.exe" install python-pptx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Or just “pip install python-pptx”</a:t>
            </a:r>
            <a:br>
              <a:rPr sz="2000"/>
            </a:b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if your python is in path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0" name="Picture 3" descr=""/>
          <p:cNvPicPr/>
          <p:nvPr/>
        </p:nvPicPr>
        <p:blipFill>
          <a:blip r:embed="rId1"/>
          <a:stretch/>
        </p:blipFill>
        <p:spPr>
          <a:xfrm>
            <a:off x="8686800" y="4150440"/>
            <a:ext cx="3049920" cy="1674720"/>
          </a:xfrm>
          <a:prstGeom prst="rect">
            <a:avLst/>
          </a:prstGeom>
          <a:ln w="0">
            <a:noFill/>
          </a:ln>
        </p:spPr>
      </p:pic>
      <p:sp>
        <p:nvSpPr>
          <p:cNvPr id="1791" name=""/>
          <p:cNvSpPr/>
          <p:nvPr/>
        </p:nvSpPr>
        <p:spPr>
          <a:xfrm>
            <a:off x="1828800" y="5943600"/>
            <a:ext cx="8481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"C:\Odoo17\python\python" "C:\Odoo17\python\Scripts\pip.exe" install python-pptx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PlaceHolder 1"/>
          <p:cNvSpPr>
            <a:spLocks noGrp="1"/>
          </p:cNvSpPr>
          <p:nvPr>
            <p:ph type="title"/>
          </p:nvPr>
        </p:nvSpPr>
        <p:spPr>
          <a:xfrm>
            <a:off x="1836000" y="1072440"/>
            <a:ext cx="3040200" cy="452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fi-FI" sz="3200" spc="-1" strike="noStrike">
                <a:solidFill>
                  <a:srgbClr val="000000"/>
                </a:solidFill>
                <a:latin typeface="Century Gothic"/>
              </a:rPr>
              <a:t>Download and install rocker_app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PlaceHolder 2"/>
          <p:cNvSpPr>
            <a:spLocks noGrp="1"/>
          </p:cNvSpPr>
          <p:nvPr>
            <p:ph/>
          </p:nvPr>
        </p:nvSpPr>
        <p:spPr>
          <a:xfrm>
            <a:off x="5149080" y="1072440"/>
            <a:ext cx="6381720" cy="452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2000" spc="-1" strike="noStrike">
                <a:solidFill>
                  <a:srgbClr val="404040"/>
                </a:solidFill>
                <a:latin typeface="Century Gothic"/>
              </a:rPr>
              <a:t>Download rocker_app.zip from Odoo Apps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2000" spc="-1" strike="noStrike">
                <a:solidFill>
                  <a:srgbClr val="404040"/>
                </a:solidFill>
                <a:latin typeface="Century Gothic"/>
              </a:rPr>
              <a:t>Check addons_path from odoo.conf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[options]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addons_path = C:\Program Files (x86)\Odoo 12.0\server\odoo\addons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Extract rocker_app.zip (to documents folder)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Copy </a:t>
            </a: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rocker_app 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folder to C:\Program Files (x86)\Odoo 12.0\server\odoo\addons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Restart Odoo service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TextBox 3"/>
          <p:cNvSpPr/>
          <p:nvPr/>
        </p:nvSpPr>
        <p:spPr>
          <a:xfrm>
            <a:off x="8375040" y="4936320"/>
            <a:ext cx="1621440" cy="363960"/>
          </a:xfrm>
          <a:prstGeom prst="rect">
            <a:avLst/>
          </a:prstGeom>
          <a:solidFill>
            <a:srgbClr val="ffff00"/>
          </a:solidFill>
          <a:ln cap="rnd">
            <a:solidFill>
              <a:srgbClr val="5a5a5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i-FI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Or Odoo 13.0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Install Rocker module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PlaceHolder 2"/>
          <p:cNvSpPr>
            <a:spLocks noGrp="1"/>
          </p:cNvSpPr>
          <p:nvPr>
            <p:ph/>
          </p:nvPr>
        </p:nvSpPr>
        <p:spPr>
          <a:xfrm>
            <a:off x="2589120" y="2125440"/>
            <a:ext cx="5833800" cy="378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Activate developer mode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Update Apps List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Search for Rocker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Install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7" name="Kuva 3" descr=""/>
          <p:cNvPicPr/>
          <p:nvPr/>
        </p:nvPicPr>
        <p:blipFill>
          <a:blip r:embed="rId1"/>
          <a:stretch/>
        </p:blipFill>
        <p:spPr>
          <a:xfrm>
            <a:off x="4681440" y="3720240"/>
            <a:ext cx="6509160" cy="1870200"/>
          </a:xfrm>
          <a:prstGeom prst="rect">
            <a:avLst/>
          </a:prstGeom>
          <a:ln cap="rnd" w="0">
            <a:solidFill>
              <a:srgbClr val="dddddd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4073040" cy="175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1111" lnSpcReduction="10000"/>
          </a:bodyPr>
          <a:p>
            <a:pPr indent="0">
              <a:lnSpc>
                <a:spcPct val="90000"/>
              </a:lnSpc>
              <a:buNone/>
            </a:pPr>
            <a:r>
              <a:rPr b="0" lang="fi-FI" sz="3700" spc="-1" strike="noStrike">
                <a:solidFill>
                  <a:srgbClr val="262626"/>
                </a:solidFill>
                <a:latin typeface="Century Gothic"/>
              </a:rPr>
              <a:t>Create database / datasource for PostgreSQL ( Odoo)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4073040" cy="31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Select Databases from menu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Create…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Select PostgreSQL driver, Change database name &amp; other data when necessary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Save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Test connection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0" name="Sisällön paikkamerkki 3"/>
          <p:cNvSpPr/>
          <p:nvPr/>
        </p:nvSpPr>
        <p:spPr>
          <a:xfrm>
            <a:off x="6802920" y="1042560"/>
            <a:ext cx="3674880" cy="2518560"/>
          </a:xfrm>
          <a:prstGeom prst="roundRect">
            <a:avLst>
              <a:gd name="adj" fmla="val 4380"/>
            </a:avLst>
          </a:prstGeom>
          <a:blipFill rotWithShape="0">
            <a:blip r:embed="rId2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1" name="Kuva 4"/>
          <p:cNvSpPr/>
          <p:nvPr/>
        </p:nvSpPr>
        <p:spPr>
          <a:xfrm>
            <a:off x="6701760" y="2768760"/>
            <a:ext cx="2111760" cy="2455920"/>
          </a:xfrm>
          <a:prstGeom prst="roundRect">
            <a:avLst>
              <a:gd name="adj" fmla="val 4380"/>
            </a:avLst>
          </a:prstGeom>
          <a:blipFill rotWithShape="0">
            <a:blip r:embed="rId3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Kuva 5"/>
          <p:cNvSpPr/>
          <p:nvPr/>
        </p:nvSpPr>
        <p:spPr>
          <a:xfrm>
            <a:off x="9187920" y="3151080"/>
            <a:ext cx="1890360" cy="1691640"/>
          </a:xfrm>
          <a:prstGeom prst="roundRect">
            <a:avLst>
              <a:gd name="adj" fmla="val 4380"/>
            </a:avLst>
          </a:prstGeom>
          <a:blipFill rotWithShape="0">
            <a:blip r:embed="rId4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5746320" cy="175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Test Excel functionality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PlaceHolder 2"/>
          <p:cNvSpPr>
            <a:spLocks noGrp="1"/>
          </p:cNvSpPr>
          <p:nvPr>
            <p:ph/>
          </p:nvPr>
        </p:nvSpPr>
        <p:spPr>
          <a:xfrm>
            <a:off x="1484280" y="2217960"/>
            <a:ext cx="6727680" cy="31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Pre-reqs: Excel 32-bit installed on server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800" spc="-1" strike="noStrike">
                <a:solidFill>
                  <a:srgbClr val="404040"/>
                </a:solidFill>
                <a:latin typeface="Century Gothic"/>
              </a:rPr>
              <a:t>If not working you should: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Create folder </a:t>
            </a: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C:\Windows\SysWOW64\config\systemprofile\Desktop </a:t>
            </a:r>
            <a:br>
              <a:rPr sz="1600"/>
            </a:b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( or C:\Windows\System32\config\systemprofile\Desktop  if 32-bit windows)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Reboot after folder creation, check access rights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If you don’t do this, you’ll get exception from Workbook.SaveAs or Open command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Execute “Test Excel creation” from Help menu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Picture 20"/>
          <p:cNvSpPr/>
          <p:nvPr/>
        </p:nvSpPr>
        <p:spPr>
          <a:xfrm>
            <a:off x="8985600" y="3268440"/>
            <a:ext cx="2498040" cy="1785960"/>
          </a:xfrm>
          <a:prstGeom prst="roundRect">
            <a:avLst>
              <a:gd name="adj" fmla="val 4380"/>
            </a:avLst>
          </a:prstGeom>
          <a:blipFill rotWithShape="0">
            <a:blip r:embed="rId2"/>
            <a:srcRect/>
            <a:stretch/>
          </a:blipFill>
          <a:ln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Picture 18"/>
          <p:cNvSpPr/>
          <p:nvPr/>
        </p:nvSpPr>
        <p:spPr>
          <a:xfrm>
            <a:off x="6923160" y="1713240"/>
            <a:ext cx="4920480" cy="1007640"/>
          </a:xfrm>
          <a:prstGeom prst="roundRect">
            <a:avLst>
              <a:gd name="adj" fmla="val 4380"/>
            </a:avLst>
          </a:prstGeom>
          <a:blipFill rotWithShape="0">
            <a:blip r:embed="rId3"/>
            <a:srcRect/>
            <a:stretch/>
          </a:blipFill>
          <a:ln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" name="Tekstiruutu 5"/>
          <p:cNvSpPr/>
          <p:nvPr/>
        </p:nvSpPr>
        <p:spPr>
          <a:xfrm>
            <a:off x="1631880" y="5464440"/>
            <a:ext cx="4187160" cy="1209600"/>
          </a:xfrm>
          <a:prstGeom prst="rect">
            <a:avLst/>
          </a:prstGeom>
          <a:solidFill>
            <a:srgbClr val="bababa"/>
          </a:solidFill>
          <a:ln cap="rnd">
            <a:solidFill>
              <a:srgbClr val="7a7a7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Century Gothic"/>
                <a:ea typeface="DejaVu Sans"/>
              </a:rPr>
              <a:t>32 bit Excel needed, otherwise win32api can not call Excel from Odoo service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entury Gothic"/>
                <a:ea typeface="DejaVu Sans"/>
              </a:rPr>
              <a:t>If you only have 64 bit Excel, then you have to start Odoo from command prompt (does not work if Odoo runs as a service). (Check something goes wrong slide)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Tekstiruutu 5"/>
          <p:cNvSpPr/>
          <p:nvPr/>
        </p:nvSpPr>
        <p:spPr>
          <a:xfrm>
            <a:off x="6118920" y="5464440"/>
            <a:ext cx="4187160" cy="1157040"/>
          </a:xfrm>
          <a:prstGeom prst="rect">
            <a:avLst/>
          </a:prstGeom>
          <a:solidFill>
            <a:srgbClr val="bababa"/>
          </a:solidFill>
          <a:ln cap="rnd">
            <a:solidFill>
              <a:srgbClr val="7a7a7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Century Gothic"/>
                <a:ea typeface="DejaVu Sans"/>
              </a:rPr>
              <a:t>At the moment (15.2.2021) we have a problem starting Excel if Odoon runs as a service</a:t>
            </a:r>
            <a:br>
              <a:rPr sz="1400"/>
            </a:br>
            <a:r>
              <a:rPr b="1" lang="en-US" sz="1400" spc="-1" strike="noStrike">
                <a:solidFill>
                  <a:srgbClr val="ff0000"/>
                </a:solidFill>
                <a:latin typeface="Century Gothic"/>
                <a:ea typeface="DejaVu Sans"/>
              </a:rPr>
              <a:t>Start Odoo from command prompt (see next slide)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9" name=""/>
          <p:cNvSpPr/>
          <p:nvPr/>
        </p:nvSpPr>
        <p:spPr>
          <a:xfrm>
            <a:off x="7772400" y="5715000"/>
            <a:ext cx="3656520" cy="6850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See next slide how to get rid of errors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Excel error 1: Change Odoo service properties</a:t>
            </a:r>
            <a:br>
              <a:rPr sz="1800"/>
            </a:br>
            <a:r>
              <a:rPr b="0" lang="en-US" sz="2600" spc="-1" strike="noStrike">
                <a:solidFill>
                  <a:srgbClr val="000000"/>
                </a:solidFill>
                <a:latin typeface="Century Gothic"/>
              </a:rPr>
              <a:t>Also for Odoo 17 &amp; Odoo 18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1" name="Picture 6" descr=""/>
          <p:cNvPicPr/>
          <p:nvPr/>
        </p:nvPicPr>
        <p:blipFill>
          <a:blip r:embed="rId1"/>
          <a:stretch/>
        </p:blipFill>
        <p:spPr>
          <a:xfrm>
            <a:off x="2591280" y="2057400"/>
            <a:ext cx="7694640" cy="4351320"/>
          </a:xfrm>
          <a:prstGeom prst="rect">
            <a:avLst/>
          </a:prstGeom>
          <a:ln w="0">
            <a:noFill/>
          </a:ln>
        </p:spPr>
      </p:pic>
      <p:sp>
        <p:nvSpPr>
          <p:cNvPr id="1812" name=""/>
          <p:cNvSpPr/>
          <p:nvPr/>
        </p:nvSpPr>
        <p:spPr>
          <a:xfrm rot="1420800">
            <a:off x="7845840" y="1370880"/>
            <a:ext cx="3656880" cy="1142280"/>
          </a:xfrm>
          <a:prstGeom prst="rect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Very Important!!!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Excel errors 2: Change environment variables. TEMP to </a:t>
            </a:r>
            <a:r>
              <a:rPr b="0" lang="en-US" sz="1800" spc="-1" strike="noStrike" u="sng">
                <a:solidFill>
                  <a:srgbClr val="5f5f5f"/>
                </a:solidFill>
                <a:uFillTx/>
                <a:latin typeface="Century Gothic"/>
                <a:hlinkClick r:id="rId1"/>
              </a:rPr>
              <a:t>C:\TEMP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Give full access rights to Everyone to C:/TEMP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4" name="Picture 1" descr=""/>
          <p:cNvPicPr/>
          <p:nvPr/>
        </p:nvPicPr>
        <p:blipFill>
          <a:blip r:embed="rId2"/>
          <a:stretch/>
        </p:blipFill>
        <p:spPr>
          <a:xfrm>
            <a:off x="3657600" y="1719720"/>
            <a:ext cx="5142240" cy="490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  <a:ea typeface="Noto Sans CJK SC"/>
              </a:rPr>
              <a:t>Excel errors 3: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mmc.exe comexp.msc /32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6" name="PlaceHolder 2"/>
          <p:cNvSpPr>
            <a:spLocks noGrp="1"/>
          </p:cNvSpPr>
          <p:nvPr>
            <p:ph/>
          </p:nvPr>
        </p:nvSpPr>
        <p:spPr>
          <a:xfrm>
            <a:off x="2286360" y="1709280"/>
            <a:ext cx="8913960" cy="377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Run CMD with Admin rights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Execute mmc.exe comexp.msc /32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Find Microsot Excel Application from: Component services, Computers, My Computer, DCOM Config, Microsoft Excel Application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Change properties: General &amp; Identity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7" name="Picture 4" descr=""/>
          <p:cNvPicPr/>
          <p:nvPr/>
        </p:nvPicPr>
        <p:blipFill>
          <a:blip r:embed="rId1"/>
          <a:stretch/>
        </p:blipFill>
        <p:spPr>
          <a:xfrm>
            <a:off x="1371600" y="3657600"/>
            <a:ext cx="4361400" cy="3055680"/>
          </a:xfrm>
          <a:prstGeom prst="rect">
            <a:avLst/>
          </a:prstGeom>
          <a:ln w="0">
            <a:noFill/>
          </a:ln>
        </p:spPr>
      </p:pic>
      <p:pic>
        <p:nvPicPr>
          <p:cNvPr id="1818" name="Picture 5" descr=""/>
          <p:cNvPicPr/>
          <p:nvPr/>
        </p:nvPicPr>
        <p:blipFill>
          <a:blip r:embed="rId2"/>
          <a:stretch/>
        </p:blipFill>
        <p:spPr>
          <a:xfrm>
            <a:off x="6069960" y="3657600"/>
            <a:ext cx="4215960" cy="2970720"/>
          </a:xfrm>
          <a:prstGeom prst="rect">
            <a:avLst/>
          </a:prstGeom>
          <a:ln w="0">
            <a:noFill/>
          </a:ln>
        </p:spPr>
      </p:pic>
      <p:sp>
        <p:nvSpPr>
          <p:cNvPr id="1819" name=""/>
          <p:cNvSpPr/>
          <p:nvPr/>
        </p:nvSpPr>
        <p:spPr>
          <a:xfrm>
            <a:off x="2971800" y="5596920"/>
            <a:ext cx="2904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Authentication Level: None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"/>
          <p:cNvSpPr/>
          <p:nvPr/>
        </p:nvSpPr>
        <p:spPr>
          <a:xfrm>
            <a:off x="8001000" y="5596920"/>
            <a:ext cx="2909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Identity set Interactive user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" name=""/>
          <p:cNvSpPr/>
          <p:nvPr/>
        </p:nvSpPr>
        <p:spPr>
          <a:xfrm rot="1420800">
            <a:off x="8743320" y="1559160"/>
            <a:ext cx="2778840" cy="863640"/>
          </a:xfrm>
          <a:prstGeom prst="rect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Maybe not needed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Excel error 4: Change Excel Trust Center settings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3" name="Picture 8" descr=""/>
          <p:cNvPicPr/>
          <p:nvPr/>
        </p:nvPicPr>
        <p:blipFill>
          <a:blip r:embed="rId1"/>
          <a:stretch/>
        </p:blipFill>
        <p:spPr>
          <a:xfrm>
            <a:off x="7772400" y="2514600"/>
            <a:ext cx="4147920" cy="3177360"/>
          </a:xfrm>
          <a:prstGeom prst="rect">
            <a:avLst/>
          </a:prstGeom>
          <a:ln w="0">
            <a:noFill/>
          </a:ln>
        </p:spPr>
      </p:pic>
      <p:sp>
        <p:nvSpPr>
          <p:cNvPr id="1824" name=""/>
          <p:cNvSpPr/>
          <p:nvPr/>
        </p:nvSpPr>
        <p:spPr>
          <a:xfrm>
            <a:off x="3200400" y="1828800"/>
            <a:ext cx="803124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File, Options, Trust Center, Trust Center Settings,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Protected View: uncheck 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5" name="Picture 11" descr=""/>
          <p:cNvPicPr/>
          <p:nvPr/>
        </p:nvPicPr>
        <p:blipFill>
          <a:blip r:embed="rId2"/>
          <a:stretch/>
        </p:blipFill>
        <p:spPr>
          <a:xfrm>
            <a:off x="457200" y="2599920"/>
            <a:ext cx="2970720" cy="2428200"/>
          </a:xfrm>
          <a:prstGeom prst="rect">
            <a:avLst/>
          </a:prstGeom>
          <a:ln w="0">
            <a:noFill/>
          </a:ln>
        </p:spPr>
      </p:pic>
      <p:pic>
        <p:nvPicPr>
          <p:cNvPr id="1826" name="Picture 7" descr=""/>
          <p:cNvPicPr/>
          <p:nvPr/>
        </p:nvPicPr>
        <p:blipFill>
          <a:blip r:embed="rId3"/>
          <a:stretch/>
        </p:blipFill>
        <p:spPr>
          <a:xfrm>
            <a:off x="3657600" y="2561760"/>
            <a:ext cx="3888360" cy="3152160"/>
          </a:xfrm>
          <a:prstGeom prst="rect">
            <a:avLst/>
          </a:prstGeom>
          <a:ln w="0">
            <a:noFill/>
          </a:ln>
        </p:spPr>
      </p:pic>
      <p:sp>
        <p:nvSpPr>
          <p:cNvPr id="1827" name=""/>
          <p:cNvSpPr/>
          <p:nvPr/>
        </p:nvSpPr>
        <p:spPr>
          <a:xfrm rot="1420800">
            <a:off x="8743320" y="1559160"/>
            <a:ext cx="2778840" cy="863640"/>
          </a:xfrm>
          <a:prstGeom prst="rect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Maybe not needed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360" cy="127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Or Start Odoo from command prompt (cmd)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3960" cy="377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"C:\Program Files (x86)\Odoo 13.0\python\python.exe" "C:\Program Files (x86)\Odoo 13.0\server\odoo-bin" -c "C:\Program Files (x86)\Odoo 13.0\server\odoo.conf" --log-level=debug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"C:\Program Files (x86)\Odoo 12.0\python\python.exe" "C:\Program Files (x86)\Odoo 12.0\server\odoo-bin" -c "C:\Program Files (x86)\Odoo 12.0\server\odoo.conf" --log-level=debug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"C:\Odoo14\python\python.exe" "C:\Odoo14\server\odoo-bin" -c "C:\Odoo14\server\odoo.conf" --log-level=debug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When everything runs smootly, change logger_level to “info”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Picture 14"/>
          <p:cNvSpPr/>
          <p:nvPr/>
        </p:nvSpPr>
        <p:spPr>
          <a:xfrm>
            <a:off x="5594400" y="4228920"/>
            <a:ext cx="2589480" cy="1844640"/>
          </a:xfrm>
          <a:prstGeom prst="roundRect">
            <a:avLst>
              <a:gd name="adj" fmla="val 4380"/>
            </a:avLst>
          </a:prstGeom>
          <a:blipFill rotWithShape="0">
            <a:blip r:embed="rId2"/>
            <a:srcRect/>
            <a:stretch/>
          </a:blipFill>
          <a:ln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Sisällön paikkamerkki 3"/>
          <p:cNvSpPr/>
          <p:nvPr/>
        </p:nvSpPr>
        <p:spPr>
          <a:xfrm>
            <a:off x="6700320" y="1380600"/>
            <a:ext cx="2602440" cy="1783440"/>
          </a:xfrm>
          <a:prstGeom prst="roundRect">
            <a:avLst>
              <a:gd name="adj" fmla="val 4380"/>
            </a:avLst>
          </a:prstGeom>
          <a:blipFill rotWithShape="0">
            <a:blip r:embed="rId3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4073040" cy="175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 lnSpcReduction="20000"/>
          </a:bodyPr>
          <a:p>
            <a:pPr indent="0">
              <a:lnSpc>
                <a:spcPct val="90000"/>
              </a:lnSpc>
              <a:buNone/>
            </a:pPr>
            <a:r>
              <a:rPr b="0" lang="fi-FI" sz="3700" spc="-1" strike="noStrike">
                <a:solidFill>
                  <a:srgbClr val="262626"/>
                </a:solidFill>
                <a:latin typeface="Century Gothic"/>
              </a:rPr>
              <a:t>Create database / datasource for SQLServer / ODBC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4073040" cy="31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700" spc="-1" strike="noStrike">
                <a:solidFill>
                  <a:srgbClr val="404040"/>
                </a:solidFill>
                <a:latin typeface="Century Gothic"/>
              </a:rPr>
              <a:t>C:\Program Files (x86)\Odoo 12.0\python\Scripts&gt;pip install pyodbc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700" spc="-1" strike="noStrike">
                <a:solidFill>
                  <a:srgbClr val="404040"/>
                </a:solidFill>
                <a:latin typeface="Century Gothic"/>
              </a:rPr>
              <a:t>Select Databases from menu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700" spc="-1" strike="noStrike">
                <a:solidFill>
                  <a:srgbClr val="404040"/>
                </a:solidFill>
                <a:latin typeface="Century Gothic"/>
              </a:rPr>
              <a:t>Create…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700" spc="-1" strike="noStrike">
                <a:solidFill>
                  <a:srgbClr val="404040"/>
                </a:solidFill>
                <a:latin typeface="Century Gothic"/>
              </a:rPr>
              <a:t>Select SQLServer driver, Change database name &amp; other data when necessary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700" spc="-1" strike="noStrike">
                <a:solidFill>
                  <a:srgbClr val="404040"/>
                </a:solidFill>
                <a:latin typeface="Century Gothic"/>
              </a:rPr>
              <a:t>Save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700" spc="-1" strike="noStrike">
                <a:solidFill>
                  <a:srgbClr val="404040"/>
                </a:solidFill>
                <a:latin typeface="Century Gothic"/>
              </a:rPr>
              <a:t>Test connection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Kuva 5"/>
          <p:cNvSpPr/>
          <p:nvPr/>
        </p:nvSpPr>
        <p:spPr>
          <a:xfrm>
            <a:off x="9676800" y="4756680"/>
            <a:ext cx="1764720" cy="1579320"/>
          </a:xfrm>
          <a:prstGeom prst="roundRect">
            <a:avLst>
              <a:gd name="adj" fmla="val 4380"/>
            </a:avLst>
          </a:prstGeom>
          <a:blipFill rotWithShape="0">
            <a:blip r:embed="rId4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Picture 13"/>
          <p:cNvSpPr/>
          <p:nvPr/>
        </p:nvSpPr>
        <p:spPr>
          <a:xfrm>
            <a:off x="7778520" y="2061360"/>
            <a:ext cx="3118680" cy="2596320"/>
          </a:xfrm>
          <a:prstGeom prst="roundRect">
            <a:avLst>
              <a:gd name="adj" fmla="val 4380"/>
            </a:avLst>
          </a:prstGeom>
          <a:blipFill rotWithShape="0">
            <a:blip r:embed="rId5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4073040" cy="175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333" lnSpcReduction="20000"/>
          </a:bodyPr>
          <a:p>
            <a:pPr indent="0">
              <a:lnSpc>
                <a:spcPct val="90000"/>
              </a:lnSpc>
              <a:buNone/>
            </a:pPr>
            <a:r>
              <a:rPr b="0" lang="fi-FI" sz="3700" spc="-1" strike="noStrike">
                <a:solidFill>
                  <a:srgbClr val="262626"/>
                </a:solidFill>
                <a:latin typeface="Century Gothic"/>
              </a:rPr>
              <a:t>Create database / datasource for MySQL or MariaDB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4073040" cy="31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500" spc="-1" strike="noStrike">
                <a:solidFill>
                  <a:srgbClr val="404040"/>
                </a:solidFill>
                <a:latin typeface="Century Gothic"/>
              </a:rPr>
              <a:t>C:\Program Files (x86)\Odoo 12.0\python\Scripts&gt; </a:t>
            </a:r>
            <a:r>
              <a:rPr b="0" lang="fi-FI" sz="1500" spc="-1" strike="noStrike">
                <a:solidFill>
                  <a:srgbClr val="404040"/>
                </a:solidFill>
                <a:latin typeface="Century Gothic"/>
              </a:rPr>
              <a:t>pip install mysql-connector-python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500" spc="-1" strike="noStrike">
                <a:solidFill>
                  <a:srgbClr val="404040"/>
                </a:solidFill>
                <a:latin typeface="Century Gothic"/>
              </a:rPr>
              <a:t>Select Databases from menu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500" spc="-1" strike="noStrike">
                <a:solidFill>
                  <a:srgbClr val="404040"/>
                </a:solidFill>
                <a:latin typeface="Century Gothic"/>
              </a:rPr>
              <a:t>Create…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500" spc="-1" strike="noStrike">
                <a:solidFill>
                  <a:srgbClr val="404040"/>
                </a:solidFill>
                <a:latin typeface="Century Gothic"/>
              </a:rPr>
              <a:t>Select MySQL or MariaDB driver, Change database name &amp; other data when necessary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500" spc="-1" strike="noStrike">
                <a:solidFill>
                  <a:srgbClr val="404040"/>
                </a:solidFill>
                <a:latin typeface="Century Gothic"/>
              </a:rPr>
              <a:t>Save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500" spc="-1" strike="noStrike">
                <a:solidFill>
                  <a:srgbClr val="404040"/>
                </a:solidFill>
                <a:latin typeface="Century Gothic"/>
              </a:rPr>
              <a:t>Test connection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" name="Picture 9"/>
          <p:cNvSpPr/>
          <p:nvPr/>
        </p:nvSpPr>
        <p:spPr>
          <a:xfrm>
            <a:off x="6633360" y="930600"/>
            <a:ext cx="3085200" cy="2336760"/>
          </a:xfrm>
          <a:prstGeom prst="roundRect">
            <a:avLst>
              <a:gd name="adj" fmla="val 4380"/>
            </a:avLst>
          </a:prstGeom>
          <a:blipFill rotWithShape="0">
            <a:blip r:embed="rId2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Picture 10"/>
          <p:cNvSpPr/>
          <p:nvPr/>
        </p:nvSpPr>
        <p:spPr>
          <a:xfrm>
            <a:off x="8708760" y="2008440"/>
            <a:ext cx="3035160" cy="2336760"/>
          </a:xfrm>
          <a:prstGeom prst="roundRect">
            <a:avLst>
              <a:gd name="adj" fmla="val 4380"/>
            </a:avLst>
          </a:prstGeom>
          <a:blipFill rotWithShape="0">
            <a:blip r:embed="rId3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Kuva 5"/>
          <p:cNvSpPr/>
          <p:nvPr/>
        </p:nvSpPr>
        <p:spPr>
          <a:xfrm>
            <a:off x="6958800" y="4265280"/>
            <a:ext cx="1862280" cy="1666440"/>
          </a:xfrm>
          <a:prstGeom prst="roundRect">
            <a:avLst>
              <a:gd name="adj" fmla="val 4380"/>
            </a:avLst>
          </a:prstGeom>
          <a:blipFill rotWithShape="0">
            <a:blip r:embed="rId4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5746320" cy="175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Create database / datasource for Oracle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PlaceHolder 2"/>
          <p:cNvSpPr>
            <a:spLocks noGrp="1"/>
          </p:cNvSpPr>
          <p:nvPr>
            <p:ph/>
          </p:nvPr>
        </p:nvSpPr>
        <p:spPr>
          <a:xfrm>
            <a:off x="1484280" y="2166120"/>
            <a:ext cx="6711120" cy="44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Download and install Oracle instant client from: </a:t>
            </a:r>
            <a:r>
              <a:rPr b="0" lang="en-US" sz="1600" spc="-1" strike="noStrike" u="sng">
                <a:solidFill>
                  <a:srgbClr val="5f5f5f"/>
                </a:solidFill>
                <a:uFillTx/>
                <a:latin typeface="Century Gothic"/>
                <a:hlinkClick r:id="rId2"/>
              </a:rPr>
              <a:t>https://www.oracle.com/database/technologies/instant-client/downloads.html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Extract file to e.g. C:\Oracle\instantclient_19_5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Add C:\Oracle\instantclient_19_5 to PATH  (System variables side)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Install </a:t>
            </a: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Microsoft Visual C++ Redistributable from </a:t>
            </a:r>
            <a:r>
              <a:rPr b="0" lang="en-US" sz="1600" spc="-1" strike="noStrike" u="sng">
                <a:solidFill>
                  <a:srgbClr val="5f5f5f"/>
                </a:solidFill>
                <a:uFillTx/>
                <a:latin typeface="Century Gothic"/>
                <a:hlinkClick r:id="rId3"/>
              </a:rPr>
              <a:t>https://support.microsoft.com/en-us/help/2977003/the-latest-supported-visual-c-downloads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I installed both 32 &amp; 64-bit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Install python drivers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C:\Program Files (x86)\Odoo 12.0\python\Scripts&gt; pip install cx_Oracle –upgrade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Reboot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Select Databases from menu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fi-FI" sz="1600" spc="-1" strike="noStrike">
                <a:solidFill>
                  <a:srgbClr val="404040"/>
                </a:solidFill>
                <a:latin typeface="Century Gothic"/>
              </a:rPr>
              <a:t>Create…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Select Oracle driver, Change SID &amp; other data when necessary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dddddd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Save &amp; Test connection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" name="Picture 2"/>
          <p:cNvSpPr/>
          <p:nvPr/>
        </p:nvSpPr>
        <p:spPr>
          <a:xfrm>
            <a:off x="8242560" y="1670760"/>
            <a:ext cx="3222720" cy="2455920"/>
          </a:xfrm>
          <a:prstGeom prst="roundRect">
            <a:avLst>
              <a:gd name="adj" fmla="val 4380"/>
            </a:avLst>
          </a:prstGeom>
          <a:blipFill rotWithShape="0">
            <a:blip r:embed="rId4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Rectangle 3"/>
          <p:cNvSpPr/>
          <p:nvPr/>
        </p:nvSpPr>
        <p:spPr>
          <a:xfrm>
            <a:off x="4951800" y="6329880"/>
            <a:ext cx="69775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 u="sng">
                <a:solidFill>
                  <a:srgbClr val="5f5f5f"/>
                </a:solidFill>
                <a:uFillTx/>
                <a:latin typeface="Century Gothic"/>
                <a:ea typeface="DejaVu Sans"/>
                <a:hlinkClick r:id="rId5"/>
              </a:rPr>
              <a:t>https://cx-oracle.readthedocs.io/en/latest/user_guide/installation.html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Kuva 5"/>
          <p:cNvSpPr/>
          <p:nvPr/>
        </p:nvSpPr>
        <p:spPr>
          <a:xfrm>
            <a:off x="10025280" y="3872520"/>
            <a:ext cx="1904040" cy="1704240"/>
          </a:xfrm>
          <a:prstGeom prst="roundRect">
            <a:avLst>
              <a:gd name="adj" fmla="val 4380"/>
            </a:avLst>
          </a:prstGeom>
          <a:blipFill rotWithShape="0">
            <a:blip r:embed="rId6"/>
            <a:srcRect/>
            <a:stretch/>
          </a:blipFill>
          <a:ln cap="rnd" w="38100">
            <a:solidFill>
              <a:srgbClr val="f8f8f8"/>
            </a:solidFill>
            <a:round/>
          </a:ln>
          <a:effectLst>
            <a:innerShdw blurRad="57150" dir="14460000" dist="38100">
              <a:srgbClr val="000000">
                <a:alpha val="70000"/>
              </a:srgb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Application>LibreOffice/24.2.7.2$Linux_X86_64 LibreOffice_project/420$Build-2</Application>
  <AppVersion>15.0000</AppVersion>
  <Words>908</Words>
  <Paragraphs>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2020-01-28T08:52:24Z</dcterms:created>
  <dc:creator>Antti Kärki</dc:creator>
  <dc:description/>
  <dc:language>en-US</dc:language>
  <cp:lastModifiedBy/>
  <dcterms:modified xsi:type="dcterms:W3CDTF">2025-01-24T12:36:41Z</dcterms:modified>
  <cp:revision>27</cp:revision>
  <dc:subject/>
  <dc:title>Rocker Reporting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